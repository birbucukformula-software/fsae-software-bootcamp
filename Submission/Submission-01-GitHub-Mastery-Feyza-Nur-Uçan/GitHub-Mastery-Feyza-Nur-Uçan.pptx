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media/image4.jpg" ContentType="image/jpeg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14"/>
  </p:notesMasterIdLst>
  <p:handoutMasterIdLst>
    <p:handoutMasterId r:id="rId15"/>
  </p:handoutMasterIdLst>
  <p:sldIdLst>
    <p:sldId id="282" r:id="rId4"/>
    <p:sldId id="292" r:id="rId5"/>
    <p:sldId id="293" r:id="rId6"/>
    <p:sldId id="283" r:id="rId7"/>
    <p:sldId id="291" r:id="rId8"/>
    <p:sldId id="297" r:id="rId9"/>
    <p:sldId id="284" r:id="rId10"/>
    <p:sldId id="294" r:id="rId11"/>
    <p:sldId id="295" r:id="rId12"/>
    <p:sldId id="296" r:id="rId13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98" autoAdjust="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outlineViewPr>
    <p:cViewPr>
      <p:scale>
        <a:sx n="33" d="100"/>
        <a:sy n="33" d="100"/>
      </p:scale>
      <p:origin x="0" y="-10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0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49942-45FC-4ACC-B4D7-211E99889F47}" type="doc">
      <dgm:prSet loTypeId="urn:microsoft.com/office/officeart/2008/layout/PictureAccentList" loCatId="picture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1B1CF86A-5E86-40BB-867A-28965EC3E23B}" type="pres">
      <dgm:prSet presAssocID="{97449942-45FC-4ACC-B4D7-211E99889F47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</dgm:ptLst>
  <dgm:cxnLst>
    <dgm:cxn modelId="{CD9FADCE-5193-4108-92C0-D5AA98E2E810}" type="presOf" srcId="{97449942-45FC-4ACC-B4D7-211E99889F47}" destId="{1B1CF86A-5E86-40BB-867A-28965EC3E23B}" srcOrd="0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8CF63F-29DA-4B30-8373-8C062D82357B}" type="doc">
      <dgm:prSet loTypeId="urn:microsoft.com/office/officeart/2005/8/layout/default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13159145-6D3D-43F4-BFA0-A3631BBF6E5B}">
      <dgm:prSet phldrT="[Metin]" custT="1"/>
      <dgm:spPr/>
      <dgm:t>
        <a:bodyPr/>
        <a:lstStyle/>
        <a:p>
          <a:r>
            <a:rPr lang="tr-TR" sz="3200" dirty="0" smtClean="0"/>
            <a:t> </a:t>
          </a:r>
          <a:r>
            <a:rPr lang="tr-TR" sz="3200" b="1" dirty="0" smtClean="0"/>
            <a:t>Git ,versiyon kontrol sistemidir</a:t>
          </a:r>
          <a:endParaRPr lang="tr-TR" sz="3200" dirty="0"/>
        </a:p>
      </dgm:t>
    </dgm:pt>
    <dgm:pt modelId="{3354CA14-19D2-42FB-8B39-13C4093D7994}" type="parTrans" cxnId="{C162CCD6-5402-49E0-AD5D-778DD003EAF1}">
      <dgm:prSet/>
      <dgm:spPr/>
      <dgm:t>
        <a:bodyPr/>
        <a:lstStyle/>
        <a:p>
          <a:endParaRPr lang="tr-TR"/>
        </a:p>
      </dgm:t>
    </dgm:pt>
    <dgm:pt modelId="{99F8AF01-D86F-4063-9EE3-9C08AD1DE15D}" type="sibTrans" cxnId="{C162CCD6-5402-49E0-AD5D-778DD003EAF1}">
      <dgm:prSet/>
      <dgm:spPr/>
      <dgm:t>
        <a:bodyPr/>
        <a:lstStyle/>
        <a:p>
          <a:endParaRPr lang="tr-TR"/>
        </a:p>
      </dgm:t>
    </dgm:pt>
    <dgm:pt modelId="{C539146D-957E-4E2A-801D-865C02B90F1A}">
      <dgm:prSet phldrT="[Metin]"/>
      <dgm:spPr/>
      <dgm:t>
        <a:bodyPr/>
        <a:lstStyle/>
        <a:p>
          <a:r>
            <a:rPr lang="tr-TR" dirty="0" smtClean="0"/>
            <a:t>1. Değişiklikleri Takip Etme </a:t>
          </a:r>
          <a:endParaRPr lang="tr-TR" dirty="0"/>
        </a:p>
      </dgm:t>
    </dgm:pt>
    <dgm:pt modelId="{F4D35B3C-C6E0-4D0A-B0BB-41267611CDD8}" type="sibTrans" cxnId="{0A555DBE-707D-45E1-9BFC-16DA4E122ED3}">
      <dgm:prSet/>
      <dgm:spPr/>
      <dgm:t>
        <a:bodyPr/>
        <a:lstStyle/>
        <a:p>
          <a:endParaRPr lang="tr-TR"/>
        </a:p>
      </dgm:t>
    </dgm:pt>
    <dgm:pt modelId="{2C57B19B-1553-4028-8F5C-82C112B00B25}" type="parTrans" cxnId="{0A555DBE-707D-45E1-9BFC-16DA4E122ED3}">
      <dgm:prSet/>
      <dgm:spPr/>
      <dgm:t>
        <a:bodyPr/>
        <a:lstStyle/>
        <a:p>
          <a:endParaRPr lang="tr-TR"/>
        </a:p>
      </dgm:t>
    </dgm:pt>
    <dgm:pt modelId="{DD6462E9-B485-46FF-86EF-182D84D33289}">
      <dgm:prSet/>
      <dgm:spPr/>
      <dgm:t>
        <a:bodyPr/>
        <a:lstStyle/>
        <a:p>
          <a:r>
            <a:rPr lang="tr-TR" dirty="0" smtClean="0"/>
            <a:t>2. Dallanma (</a:t>
          </a:r>
          <a:r>
            <a:rPr lang="tr-TR" dirty="0" err="1" smtClean="0"/>
            <a:t>Branching</a:t>
          </a:r>
          <a:r>
            <a:rPr lang="tr-TR" dirty="0" smtClean="0"/>
            <a:t>)</a:t>
          </a:r>
          <a:endParaRPr lang="tr-TR" dirty="0"/>
        </a:p>
      </dgm:t>
    </dgm:pt>
    <dgm:pt modelId="{3EA83B3B-394E-4D2A-8D5E-ED51FD715F70}" type="parTrans" cxnId="{85F9A810-012B-47E2-8113-B2692610E78E}">
      <dgm:prSet/>
      <dgm:spPr/>
      <dgm:t>
        <a:bodyPr/>
        <a:lstStyle/>
        <a:p>
          <a:endParaRPr lang="tr-TR"/>
        </a:p>
      </dgm:t>
    </dgm:pt>
    <dgm:pt modelId="{D55E317B-0EBE-4E60-A35F-79F18EEAEF72}" type="sibTrans" cxnId="{85F9A810-012B-47E2-8113-B2692610E78E}">
      <dgm:prSet/>
      <dgm:spPr/>
      <dgm:t>
        <a:bodyPr/>
        <a:lstStyle/>
        <a:p>
          <a:endParaRPr lang="tr-TR"/>
        </a:p>
      </dgm:t>
    </dgm:pt>
    <dgm:pt modelId="{1A9ACDD5-494B-413E-B5F1-2A1C8D29C835}">
      <dgm:prSet/>
      <dgm:spPr/>
      <dgm:t>
        <a:bodyPr/>
        <a:lstStyle/>
        <a:p>
          <a:r>
            <a:rPr lang="tr-TR" dirty="0" smtClean="0"/>
            <a:t>3. Ekip Çalışması ve İşbirliği</a:t>
          </a:r>
          <a:endParaRPr lang="tr-TR" dirty="0"/>
        </a:p>
      </dgm:t>
    </dgm:pt>
    <dgm:pt modelId="{1BE17F5E-B0CD-45C8-816B-FFF95542B229}" type="parTrans" cxnId="{91783B9A-A0C3-441C-A617-4048E3925B15}">
      <dgm:prSet/>
      <dgm:spPr/>
      <dgm:t>
        <a:bodyPr/>
        <a:lstStyle/>
        <a:p>
          <a:endParaRPr lang="tr-TR"/>
        </a:p>
      </dgm:t>
    </dgm:pt>
    <dgm:pt modelId="{C07B7C5C-110B-4609-AE78-EC355ABD5BDA}" type="sibTrans" cxnId="{91783B9A-A0C3-441C-A617-4048E3925B15}">
      <dgm:prSet/>
      <dgm:spPr/>
      <dgm:t>
        <a:bodyPr/>
        <a:lstStyle/>
        <a:p>
          <a:endParaRPr lang="tr-TR"/>
        </a:p>
      </dgm:t>
    </dgm:pt>
    <dgm:pt modelId="{B41AA84A-3E53-4759-ABC5-A831C722B08D}">
      <dgm:prSet/>
      <dgm:spPr/>
      <dgm:t>
        <a:bodyPr/>
        <a:lstStyle/>
        <a:p>
          <a:r>
            <a:rPr lang="tr-TR" dirty="0" smtClean="0"/>
            <a:t>4. Güvenlik ve Yedekleme</a:t>
          </a:r>
          <a:endParaRPr lang="tr-TR" dirty="0"/>
        </a:p>
      </dgm:t>
    </dgm:pt>
    <dgm:pt modelId="{94E5FFB7-3ED0-420A-B24E-3B0BD542B02B}" type="parTrans" cxnId="{D87D992B-5146-4B2F-8266-6A721E88C21B}">
      <dgm:prSet/>
      <dgm:spPr/>
      <dgm:t>
        <a:bodyPr/>
        <a:lstStyle/>
        <a:p>
          <a:endParaRPr lang="tr-TR"/>
        </a:p>
      </dgm:t>
    </dgm:pt>
    <dgm:pt modelId="{0C476607-4E5D-444C-BC0B-B3173BBA733E}" type="sibTrans" cxnId="{D87D992B-5146-4B2F-8266-6A721E88C21B}">
      <dgm:prSet/>
      <dgm:spPr/>
      <dgm:t>
        <a:bodyPr/>
        <a:lstStyle/>
        <a:p>
          <a:endParaRPr lang="tr-TR"/>
        </a:p>
      </dgm:t>
    </dgm:pt>
    <dgm:pt modelId="{74CCA425-D35F-44B7-8156-ABB25A66247D}" type="pres">
      <dgm:prSet presAssocID="{C78CF63F-29DA-4B30-8373-8C062D8235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3B2FC417-6B47-4EE2-980B-5119016A0C08}" type="pres">
      <dgm:prSet presAssocID="{13159145-6D3D-43F4-BFA0-A3631BBF6E5B}" presName="node" presStyleLbl="node1" presStyleIdx="0" presStyleCnt="5" custScaleX="92777" custScaleY="35862" custLinFactNeighborX="-1966" custLinFactNeighborY="-616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9E96A94-6F99-4969-A581-AD588BCADEB7}" type="pres">
      <dgm:prSet presAssocID="{99F8AF01-D86F-4063-9EE3-9C08AD1DE15D}" presName="sibTrans" presStyleCnt="0"/>
      <dgm:spPr/>
    </dgm:pt>
    <dgm:pt modelId="{2309240A-FD1E-49EC-B388-7E95393C6EE4}" type="pres">
      <dgm:prSet presAssocID="{B41AA84A-3E53-4759-ABC5-A831C722B08D}" presName="node" presStyleLbl="node1" presStyleIdx="1" presStyleCnt="5" custScaleX="69742" custScaleY="20687" custLinFactNeighborX="-13478" custLinFactNeighborY="5065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8670C4D-5B29-4650-9969-A6AABBA2F28A}" type="pres">
      <dgm:prSet presAssocID="{0C476607-4E5D-444C-BC0B-B3173BBA733E}" presName="sibTrans" presStyleCnt="0"/>
      <dgm:spPr/>
    </dgm:pt>
    <dgm:pt modelId="{29FF5463-76AC-4EBB-B56E-6881462A850B}" type="pres">
      <dgm:prSet presAssocID="{DD6462E9-B485-46FF-86EF-182D84D33289}" presName="node" presStyleLbl="node1" presStyleIdx="2" presStyleCnt="5" custScaleX="65992" custScaleY="23209" custLinFactNeighborX="-93220" custLinFactNeighborY="-2353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4C8A97CC-0830-4ADD-9FA4-F3E79B5ACC86}" type="pres">
      <dgm:prSet presAssocID="{D55E317B-0EBE-4E60-A35F-79F18EEAEF72}" presName="sibTrans" presStyleCnt="0"/>
      <dgm:spPr/>
    </dgm:pt>
    <dgm:pt modelId="{9211F178-C56F-41C8-9317-51459AE8344C}" type="pres">
      <dgm:prSet presAssocID="{C539146D-957E-4E2A-801D-865C02B90F1A}" presName="node" presStyleLbl="node1" presStyleIdx="3" presStyleCnt="5" custScaleX="82902" custScaleY="29160" custLinFactY="-6828" custLinFactNeighborX="-2376" custLinFactNeighborY="-100000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FAFAB1C3-027F-4CE4-89C8-DAD13876DB86}" type="pres">
      <dgm:prSet presAssocID="{F4D35B3C-C6E0-4D0A-B0BB-41267611CDD8}" presName="sibTrans" presStyleCnt="0"/>
      <dgm:spPr/>
    </dgm:pt>
    <dgm:pt modelId="{A3050ED2-A61D-4790-9417-535061F1B1D9}" type="pres">
      <dgm:prSet presAssocID="{1A9ACDD5-494B-413E-B5F1-2A1C8D29C835}" presName="node" presStyleLbl="node1" presStyleIdx="4" presStyleCnt="5" custScaleX="75037" custScaleY="25660" custLinFactNeighborX="-95278" custLinFactNeighborY="-29666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91783B9A-A0C3-441C-A617-4048E3925B15}" srcId="{C78CF63F-29DA-4B30-8373-8C062D82357B}" destId="{1A9ACDD5-494B-413E-B5F1-2A1C8D29C835}" srcOrd="4" destOrd="0" parTransId="{1BE17F5E-B0CD-45C8-816B-FFF95542B229}" sibTransId="{C07B7C5C-110B-4609-AE78-EC355ABD5BDA}"/>
    <dgm:cxn modelId="{4BCB9A0C-7F28-41CC-9D32-65C9D00B9214}" type="presOf" srcId="{DD6462E9-B485-46FF-86EF-182D84D33289}" destId="{29FF5463-76AC-4EBB-B56E-6881462A850B}" srcOrd="0" destOrd="0" presId="urn:microsoft.com/office/officeart/2005/8/layout/default"/>
    <dgm:cxn modelId="{0A555DBE-707D-45E1-9BFC-16DA4E122ED3}" srcId="{C78CF63F-29DA-4B30-8373-8C062D82357B}" destId="{C539146D-957E-4E2A-801D-865C02B90F1A}" srcOrd="3" destOrd="0" parTransId="{2C57B19B-1553-4028-8F5C-82C112B00B25}" sibTransId="{F4D35B3C-C6E0-4D0A-B0BB-41267611CDD8}"/>
    <dgm:cxn modelId="{CD4BB5CB-C093-40DB-B0B3-7346C1BC205E}" type="presOf" srcId="{1A9ACDD5-494B-413E-B5F1-2A1C8D29C835}" destId="{A3050ED2-A61D-4790-9417-535061F1B1D9}" srcOrd="0" destOrd="0" presId="urn:microsoft.com/office/officeart/2005/8/layout/default"/>
    <dgm:cxn modelId="{9744514E-A72A-4304-84AA-43FC03D4FCEA}" type="presOf" srcId="{13159145-6D3D-43F4-BFA0-A3631BBF6E5B}" destId="{3B2FC417-6B47-4EE2-980B-5119016A0C08}" srcOrd="0" destOrd="0" presId="urn:microsoft.com/office/officeart/2005/8/layout/default"/>
    <dgm:cxn modelId="{D87D992B-5146-4B2F-8266-6A721E88C21B}" srcId="{C78CF63F-29DA-4B30-8373-8C062D82357B}" destId="{B41AA84A-3E53-4759-ABC5-A831C722B08D}" srcOrd="1" destOrd="0" parTransId="{94E5FFB7-3ED0-420A-B24E-3B0BD542B02B}" sibTransId="{0C476607-4E5D-444C-BC0B-B3173BBA733E}"/>
    <dgm:cxn modelId="{5DCBA5C9-4CB5-4D97-88EE-89EBFCC91475}" type="presOf" srcId="{B41AA84A-3E53-4759-ABC5-A831C722B08D}" destId="{2309240A-FD1E-49EC-B388-7E95393C6EE4}" srcOrd="0" destOrd="0" presId="urn:microsoft.com/office/officeart/2005/8/layout/default"/>
    <dgm:cxn modelId="{21285CE4-C110-4794-92B1-546B9B570C8E}" type="presOf" srcId="{C78CF63F-29DA-4B30-8373-8C062D82357B}" destId="{74CCA425-D35F-44B7-8156-ABB25A66247D}" srcOrd="0" destOrd="0" presId="urn:microsoft.com/office/officeart/2005/8/layout/default"/>
    <dgm:cxn modelId="{C162CCD6-5402-49E0-AD5D-778DD003EAF1}" srcId="{C78CF63F-29DA-4B30-8373-8C062D82357B}" destId="{13159145-6D3D-43F4-BFA0-A3631BBF6E5B}" srcOrd="0" destOrd="0" parTransId="{3354CA14-19D2-42FB-8B39-13C4093D7994}" sibTransId="{99F8AF01-D86F-4063-9EE3-9C08AD1DE15D}"/>
    <dgm:cxn modelId="{AB01E0AD-EA70-4C9C-A1E0-DC9808562A2E}" type="presOf" srcId="{C539146D-957E-4E2A-801D-865C02B90F1A}" destId="{9211F178-C56F-41C8-9317-51459AE8344C}" srcOrd="0" destOrd="0" presId="urn:microsoft.com/office/officeart/2005/8/layout/default"/>
    <dgm:cxn modelId="{85F9A810-012B-47E2-8113-B2692610E78E}" srcId="{C78CF63F-29DA-4B30-8373-8C062D82357B}" destId="{DD6462E9-B485-46FF-86EF-182D84D33289}" srcOrd="2" destOrd="0" parTransId="{3EA83B3B-394E-4D2A-8D5E-ED51FD715F70}" sibTransId="{D55E317B-0EBE-4E60-A35F-79F18EEAEF72}"/>
    <dgm:cxn modelId="{BE69E994-B1AF-47A7-BCC7-C79789921F6B}" type="presParOf" srcId="{74CCA425-D35F-44B7-8156-ABB25A66247D}" destId="{3B2FC417-6B47-4EE2-980B-5119016A0C08}" srcOrd="0" destOrd="0" presId="urn:microsoft.com/office/officeart/2005/8/layout/default"/>
    <dgm:cxn modelId="{46069279-5481-4538-8109-70E5B1E077FC}" type="presParOf" srcId="{74CCA425-D35F-44B7-8156-ABB25A66247D}" destId="{29E96A94-6F99-4969-A581-AD588BCADEB7}" srcOrd="1" destOrd="0" presId="urn:microsoft.com/office/officeart/2005/8/layout/default"/>
    <dgm:cxn modelId="{7FBFB350-9A1D-409E-A96B-51BA49E89EB8}" type="presParOf" srcId="{74CCA425-D35F-44B7-8156-ABB25A66247D}" destId="{2309240A-FD1E-49EC-B388-7E95393C6EE4}" srcOrd="2" destOrd="0" presId="urn:microsoft.com/office/officeart/2005/8/layout/default"/>
    <dgm:cxn modelId="{AF499910-6618-484B-B7C6-B57F82E54BFF}" type="presParOf" srcId="{74CCA425-D35F-44B7-8156-ABB25A66247D}" destId="{A8670C4D-5B29-4650-9969-A6AABBA2F28A}" srcOrd="3" destOrd="0" presId="urn:microsoft.com/office/officeart/2005/8/layout/default"/>
    <dgm:cxn modelId="{45448155-01A5-4A2F-84B6-52A583A016D7}" type="presParOf" srcId="{74CCA425-D35F-44B7-8156-ABB25A66247D}" destId="{29FF5463-76AC-4EBB-B56E-6881462A850B}" srcOrd="4" destOrd="0" presId="urn:microsoft.com/office/officeart/2005/8/layout/default"/>
    <dgm:cxn modelId="{3ED5EC34-E09F-44A5-BFEB-24C76B59DC2C}" type="presParOf" srcId="{74CCA425-D35F-44B7-8156-ABB25A66247D}" destId="{4C8A97CC-0830-4ADD-9FA4-F3E79B5ACC86}" srcOrd="5" destOrd="0" presId="urn:microsoft.com/office/officeart/2005/8/layout/default"/>
    <dgm:cxn modelId="{0C0AC0B7-9C96-4CDC-A836-1C87402E9265}" type="presParOf" srcId="{74CCA425-D35F-44B7-8156-ABB25A66247D}" destId="{9211F178-C56F-41C8-9317-51459AE8344C}" srcOrd="6" destOrd="0" presId="urn:microsoft.com/office/officeart/2005/8/layout/default"/>
    <dgm:cxn modelId="{C2796549-956E-41AA-BA98-860DC1D60B61}" type="presParOf" srcId="{74CCA425-D35F-44B7-8156-ABB25A66247D}" destId="{FAFAB1C3-027F-4CE4-89C8-DAD13876DB86}" srcOrd="7" destOrd="0" presId="urn:microsoft.com/office/officeart/2005/8/layout/default"/>
    <dgm:cxn modelId="{F620ED4C-04DA-458B-ADD5-3F70E00679FF}" type="presParOf" srcId="{74CCA425-D35F-44B7-8156-ABB25A66247D}" destId="{A3050ED2-A61D-4790-9417-535061F1B1D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D5357E-1FE7-4DB6-A82F-798FE319AD27}" type="doc">
      <dgm:prSet loTypeId="urn:microsoft.com/office/officeart/2008/layout/PictureAccentList" loCatId="list" qsTypeId="urn:microsoft.com/office/officeart/2005/8/quickstyle/simple2" qsCatId="simple" csTypeId="urn:microsoft.com/office/officeart/2005/8/colors/accent1_3" csCatId="accent1" phldr="1"/>
      <dgm:spPr/>
      <dgm:t>
        <a:bodyPr/>
        <a:lstStyle/>
        <a:p>
          <a:endParaRPr lang="tr-TR"/>
        </a:p>
      </dgm:t>
    </dgm:pt>
    <dgm:pt modelId="{1A9A5BD6-CD21-4AF3-B027-5F138901B86B}">
      <dgm:prSet custT="1"/>
      <dgm:spPr/>
      <dgm:t>
        <a:bodyPr/>
        <a:lstStyle/>
        <a:p>
          <a:r>
            <a:rPr lang="tr-TR" sz="3600" dirty="0" smtClean="0"/>
            <a:t>Temel Git Kavramları</a:t>
          </a:r>
          <a:endParaRPr lang="tr-TR" sz="3600" dirty="0"/>
        </a:p>
      </dgm:t>
    </dgm:pt>
    <dgm:pt modelId="{34E56604-14F0-44D1-A34B-C6F0A6ADE896}" type="parTrans" cxnId="{D4361834-1AC8-4DA1-859D-ED41BDE89200}">
      <dgm:prSet/>
      <dgm:spPr/>
      <dgm:t>
        <a:bodyPr/>
        <a:lstStyle/>
        <a:p>
          <a:endParaRPr lang="tr-TR"/>
        </a:p>
      </dgm:t>
    </dgm:pt>
    <dgm:pt modelId="{14444511-6E4C-4341-8A02-CE4CDEE8EC97}" type="sibTrans" cxnId="{D4361834-1AC8-4DA1-859D-ED41BDE89200}">
      <dgm:prSet/>
      <dgm:spPr/>
      <dgm:t>
        <a:bodyPr/>
        <a:lstStyle/>
        <a:p>
          <a:endParaRPr lang="tr-TR"/>
        </a:p>
      </dgm:t>
    </dgm:pt>
    <dgm:pt modelId="{61A156A8-767D-4E1D-A789-B80CAFD1DEFB}">
      <dgm:prSet/>
      <dgm:spPr/>
      <dgm:t>
        <a:bodyPr/>
        <a:lstStyle/>
        <a:p>
          <a:r>
            <a:rPr lang="tr-TR" dirty="0" smtClean="0"/>
            <a:t>Repository (Repo): Projenizin tüm dosyalarının ve geçmişinin tutulduğu klasördür.</a:t>
          </a:r>
          <a:endParaRPr lang="tr-TR" dirty="0"/>
        </a:p>
      </dgm:t>
    </dgm:pt>
    <dgm:pt modelId="{6BD278A7-B5F5-4DE4-86C4-7FD67529BA61}" type="parTrans" cxnId="{2ABC5166-986A-432F-B7E4-AEF7A08D0E19}">
      <dgm:prSet/>
      <dgm:spPr/>
      <dgm:t>
        <a:bodyPr/>
        <a:lstStyle/>
        <a:p>
          <a:endParaRPr lang="tr-TR"/>
        </a:p>
      </dgm:t>
    </dgm:pt>
    <dgm:pt modelId="{72BD71E7-56B0-4646-ADAE-2CCB27CCCB29}" type="sibTrans" cxnId="{2ABC5166-986A-432F-B7E4-AEF7A08D0E19}">
      <dgm:prSet/>
      <dgm:spPr/>
      <dgm:t>
        <a:bodyPr/>
        <a:lstStyle/>
        <a:p>
          <a:endParaRPr lang="tr-TR"/>
        </a:p>
      </dgm:t>
    </dgm:pt>
    <dgm:pt modelId="{D6276C6E-998E-43F8-9DE0-7549B92D189F}">
      <dgm:prSet/>
      <dgm:spPr/>
      <dgm:t>
        <a:bodyPr/>
        <a:lstStyle/>
        <a:p>
          <a:r>
            <a:rPr lang="tr-TR" smtClean="0"/>
            <a:t>Commit: Yapılan değişikliklerin bir açıklama ile "kaydedilmesi" işlemidir (Anlık görüntü/Snapshot).</a:t>
          </a:r>
          <a:endParaRPr lang="tr-TR"/>
        </a:p>
      </dgm:t>
    </dgm:pt>
    <dgm:pt modelId="{9EA50F1D-5F84-43FC-9F5E-2A77665B4639}" type="parTrans" cxnId="{BC72C12E-C798-4F72-8249-05CA9A6DD0F9}">
      <dgm:prSet/>
      <dgm:spPr/>
      <dgm:t>
        <a:bodyPr/>
        <a:lstStyle/>
        <a:p>
          <a:endParaRPr lang="tr-TR"/>
        </a:p>
      </dgm:t>
    </dgm:pt>
    <dgm:pt modelId="{18C56FA3-D5F1-4602-B900-F5255D76184B}" type="sibTrans" cxnId="{BC72C12E-C798-4F72-8249-05CA9A6DD0F9}">
      <dgm:prSet/>
      <dgm:spPr/>
      <dgm:t>
        <a:bodyPr/>
        <a:lstStyle/>
        <a:p>
          <a:endParaRPr lang="tr-TR"/>
        </a:p>
      </dgm:t>
    </dgm:pt>
    <dgm:pt modelId="{F478865E-9987-4286-9CF1-CD1D0E506405}">
      <dgm:prSet/>
      <dgm:spPr/>
      <dgm:t>
        <a:bodyPr/>
        <a:lstStyle/>
        <a:p>
          <a:r>
            <a:rPr lang="tr-TR" dirty="0" err="1" smtClean="0"/>
            <a:t>Push</a:t>
          </a:r>
          <a:r>
            <a:rPr lang="tr-TR" dirty="0" smtClean="0"/>
            <a:t>: Yerel bilgisayarınızdaki değişiklikleri uzak sunucuya (örneğin </a:t>
          </a:r>
          <a:r>
            <a:rPr lang="tr-TR" dirty="0" err="1" smtClean="0"/>
            <a:t>GitHub'a</a:t>
          </a:r>
          <a:r>
            <a:rPr lang="tr-TR" dirty="0" smtClean="0"/>
            <a:t>) göndermek.</a:t>
          </a:r>
          <a:endParaRPr lang="tr-TR" dirty="0"/>
        </a:p>
      </dgm:t>
    </dgm:pt>
    <dgm:pt modelId="{29543D29-4DF9-4BF8-80C2-6873D3F53757}" type="parTrans" cxnId="{4A405A28-7D25-43BA-A348-57C1B33DD67B}">
      <dgm:prSet/>
      <dgm:spPr/>
      <dgm:t>
        <a:bodyPr/>
        <a:lstStyle/>
        <a:p>
          <a:endParaRPr lang="tr-TR"/>
        </a:p>
      </dgm:t>
    </dgm:pt>
    <dgm:pt modelId="{F88C4F41-E404-48FA-B276-4B18684436DF}" type="sibTrans" cxnId="{4A405A28-7D25-43BA-A348-57C1B33DD67B}">
      <dgm:prSet/>
      <dgm:spPr/>
      <dgm:t>
        <a:bodyPr/>
        <a:lstStyle/>
        <a:p>
          <a:endParaRPr lang="tr-TR"/>
        </a:p>
      </dgm:t>
    </dgm:pt>
    <dgm:pt modelId="{5A42866A-58A8-455C-9C49-5A2B884E8908}">
      <dgm:prSet/>
      <dgm:spPr/>
      <dgm:t>
        <a:bodyPr/>
        <a:lstStyle/>
        <a:p>
          <a:r>
            <a:rPr lang="tr-TR" dirty="0" err="1" smtClean="0"/>
            <a:t>Pull</a:t>
          </a:r>
          <a:r>
            <a:rPr lang="tr-TR" dirty="0" smtClean="0"/>
            <a:t>: Uzak sunucudaki güncel değişiklikleri kendi bilgisayarınıza çekmek</a:t>
          </a:r>
          <a:endParaRPr lang="tr-TR" dirty="0"/>
        </a:p>
      </dgm:t>
    </dgm:pt>
    <dgm:pt modelId="{10CD393B-4C21-4C28-A087-152D58A6FF48}" type="parTrans" cxnId="{1D5B70D3-9FEF-40A7-80A0-8B7AA46D4625}">
      <dgm:prSet/>
      <dgm:spPr/>
      <dgm:t>
        <a:bodyPr/>
        <a:lstStyle/>
        <a:p>
          <a:endParaRPr lang="tr-TR"/>
        </a:p>
      </dgm:t>
    </dgm:pt>
    <dgm:pt modelId="{CB84375F-9BD3-42D0-87CF-CDCA5618B2F4}" type="sibTrans" cxnId="{1D5B70D3-9FEF-40A7-80A0-8B7AA46D4625}">
      <dgm:prSet/>
      <dgm:spPr/>
      <dgm:t>
        <a:bodyPr/>
        <a:lstStyle/>
        <a:p>
          <a:endParaRPr lang="tr-TR"/>
        </a:p>
      </dgm:t>
    </dgm:pt>
    <dgm:pt modelId="{68A94EB4-49AB-4AA9-B888-67E8152D05DD}" type="pres">
      <dgm:prSet presAssocID="{CAD5357E-1FE7-4DB6-A82F-798FE319AD27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9194B04B-4BA8-45FD-9632-E853C5D76FFD}" type="pres">
      <dgm:prSet presAssocID="{61A156A8-767D-4E1D-A789-B80CAFD1DEFB}" presName="root" presStyleCnt="0">
        <dgm:presLayoutVars>
          <dgm:chMax/>
          <dgm:chPref val="4"/>
        </dgm:presLayoutVars>
      </dgm:prSet>
      <dgm:spPr/>
    </dgm:pt>
    <dgm:pt modelId="{FBD9D0B9-0622-40B7-9BFC-787F8545F4E3}" type="pres">
      <dgm:prSet presAssocID="{61A156A8-767D-4E1D-A789-B80CAFD1DEFB}" presName="rootComposite" presStyleCnt="0">
        <dgm:presLayoutVars/>
      </dgm:prSet>
      <dgm:spPr/>
    </dgm:pt>
    <dgm:pt modelId="{B58C8557-EA05-460E-9A66-AB07973D04FF}" type="pres">
      <dgm:prSet presAssocID="{61A156A8-767D-4E1D-A789-B80CAFD1DEFB}" presName="rootText" presStyleLbl="node0" presStyleIdx="0" presStyleCnt="1" custLinFactY="3559" custLinFactNeighborX="-17540" custLinFactNeighborY="100000">
        <dgm:presLayoutVars>
          <dgm:chMax/>
          <dgm:chPref val="4"/>
        </dgm:presLayoutVars>
      </dgm:prSet>
      <dgm:spPr/>
    </dgm:pt>
    <dgm:pt modelId="{51A9A339-566E-46C9-915E-8A2097DE7A78}" type="pres">
      <dgm:prSet presAssocID="{61A156A8-767D-4E1D-A789-B80CAFD1DEFB}" presName="childShape" presStyleCnt="0">
        <dgm:presLayoutVars>
          <dgm:chMax val="0"/>
          <dgm:chPref val="0"/>
        </dgm:presLayoutVars>
      </dgm:prSet>
      <dgm:spPr/>
    </dgm:pt>
    <dgm:pt modelId="{5BE07058-0F50-4305-9DB0-87D7B7E14BDE}" type="pres">
      <dgm:prSet presAssocID="{1A9A5BD6-CD21-4AF3-B027-5F138901B86B}" presName="childComposite" presStyleCnt="0">
        <dgm:presLayoutVars>
          <dgm:chMax val="0"/>
          <dgm:chPref val="0"/>
        </dgm:presLayoutVars>
      </dgm:prSet>
      <dgm:spPr/>
    </dgm:pt>
    <dgm:pt modelId="{9EE0EECA-7271-4743-8BD8-249F0F2FF77E}" type="pres">
      <dgm:prSet presAssocID="{1A9A5BD6-CD21-4AF3-B027-5F138901B86B}" presName="Image" presStyleLbl="node1" presStyleIdx="0" presStyleCnt="4" custFlipVert="1" custFlipHor="1" custScaleX="35487" custScaleY="45095" custLinFactX="100000" custLinFactY="13149" custLinFactNeighborX="131648" custLinFactNeighborY="100000"/>
      <dgm:spPr>
        <a:prstGeom prst="upArrow">
          <a:avLst/>
        </a:prstGeom>
      </dgm:spPr>
    </dgm:pt>
    <dgm:pt modelId="{963431BF-CCF1-4B42-9ED7-2F6E2C122B95}" type="pres">
      <dgm:prSet presAssocID="{1A9A5BD6-CD21-4AF3-B027-5F138901B86B}" presName="childText" presStyleLbl="lnNode1" presStyleIdx="0" presStyleCnt="4" custLinFactY="-19222" custLinFactNeighborX="-49014" custLinFactNeighborY="-100000">
        <dgm:presLayoutVars>
          <dgm:chMax val="0"/>
          <dgm:chPref val="0"/>
          <dgm:bulletEnabled val="1"/>
        </dgm:presLayoutVars>
      </dgm:prSet>
      <dgm:spPr/>
    </dgm:pt>
    <dgm:pt modelId="{8371C913-A540-45A4-87BE-5AFC94E57887}" type="pres">
      <dgm:prSet presAssocID="{F478865E-9987-4286-9CF1-CD1D0E506405}" presName="childComposite" presStyleCnt="0">
        <dgm:presLayoutVars>
          <dgm:chMax val="0"/>
          <dgm:chPref val="0"/>
        </dgm:presLayoutVars>
      </dgm:prSet>
      <dgm:spPr/>
    </dgm:pt>
    <dgm:pt modelId="{8FEBDD45-AB78-4CF4-87A5-03B808B21A38}" type="pres">
      <dgm:prSet presAssocID="{F478865E-9987-4286-9CF1-CD1D0E506405}" presName="Image" presStyleLbl="node1" presStyleIdx="1" presStyleCnt="4" custLinFactX="245158" custLinFactY="-157" custLinFactNeighborX="300000" custLinFactNeighborY="-100000"/>
      <dgm:spPr/>
    </dgm:pt>
    <dgm:pt modelId="{97EBDD20-959C-49F8-B5B2-AD7046CC746F}" type="pres">
      <dgm:prSet presAssocID="{F478865E-9987-4286-9CF1-CD1D0E506405}" presName="childText" presStyleLbl="lnNode1" presStyleIdx="1" presStyleCnt="4" custLinFactY="5018" custLinFactNeighborX="-49554" custLinFactNeighborY="100000">
        <dgm:presLayoutVars>
          <dgm:chMax val="0"/>
          <dgm:chPref val="0"/>
          <dgm:bulletEnabled val="1"/>
        </dgm:presLayoutVars>
      </dgm:prSet>
      <dgm:spPr/>
    </dgm:pt>
    <dgm:pt modelId="{8B06E039-FB86-4BCE-B710-6E3E6D477607}" type="pres">
      <dgm:prSet presAssocID="{D6276C6E-998E-43F8-9DE0-7549B92D189F}" presName="childComposite" presStyleCnt="0">
        <dgm:presLayoutVars>
          <dgm:chMax val="0"/>
          <dgm:chPref val="0"/>
        </dgm:presLayoutVars>
      </dgm:prSet>
      <dgm:spPr/>
    </dgm:pt>
    <dgm:pt modelId="{676A798D-97B9-4AA0-95A8-AE914127194E}" type="pres">
      <dgm:prSet presAssocID="{D6276C6E-998E-43F8-9DE0-7549B92D189F}" presName="Image" presStyleLbl="node1" presStyleIdx="2" presStyleCnt="4" custLinFactX="288314" custLinFactY="-89136" custLinFactNeighborX="300000" custLinFactNeighborY="-100000"/>
      <dgm:spPr/>
    </dgm:pt>
    <dgm:pt modelId="{5E98A474-335B-4F94-BFC2-8D19F46DD035}" type="pres">
      <dgm:prSet presAssocID="{D6276C6E-998E-43F8-9DE0-7549B92D189F}" presName="childText" presStyleLbl="lnNode1" presStyleIdx="2" presStyleCnt="4" custLinFactY="-28356" custLinFactNeighborX="-49740" custLinFactNeighborY="-100000">
        <dgm:presLayoutVars>
          <dgm:chMax val="0"/>
          <dgm:chPref val="0"/>
          <dgm:bulletEnabled val="1"/>
        </dgm:presLayoutVars>
      </dgm:prSet>
      <dgm:spPr/>
    </dgm:pt>
    <dgm:pt modelId="{1A9D705D-CB55-42E9-9773-DA997594362E}" type="pres">
      <dgm:prSet presAssocID="{5A42866A-58A8-455C-9C49-5A2B884E8908}" presName="childComposite" presStyleCnt="0">
        <dgm:presLayoutVars>
          <dgm:chMax val="0"/>
          <dgm:chPref val="0"/>
        </dgm:presLayoutVars>
      </dgm:prSet>
      <dgm:spPr/>
    </dgm:pt>
    <dgm:pt modelId="{7050EB7C-569F-4315-9F0C-F1A0F503C721}" type="pres">
      <dgm:prSet presAssocID="{5A42866A-58A8-455C-9C49-5A2B884E8908}" presName="Image" presStyleLbl="node1" presStyleIdx="3" presStyleCnt="4" custLinFactX="258112" custLinFactNeighborX="300000" custLinFactNeighborY="-80091"/>
      <dgm:spPr/>
    </dgm:pt>
    <dgm:pt modelId="{42C46FDD-DDAB-4529-BF6D-7C9F0A8B62DC}" type="pres">
      <dgm:prSet presAssocID="{5A42866A-58A8-455C-9C49-5A2B884E8908}" presName="childText" presStyleLbl="lnNode1" presStyleIdx="3" presStyleCnt="4" custLinFactNeighborX="-49183" custLinFactNeighborY="-8602">
        <dgm:presLayoutVars>
          <dgm:chMax val="0"/>
          <dgm:chPref val="0"/>
          <dgm:bulletEnabled val="1"/>
        </dgm:presLayoutVars>
      </dgm:prSet>
      <dgm:spPr/>
    </dgm:pt>
  </dgm:ptLst>
  <dgm:cxnLst>
    <dgm:cxn modelId="{2214C7D2-4331-4C90-A1E4-E78D3643485F}" type="presOf" srcId="{61A156A8-767D-4E1D-A789-B80CAFD1DEFB}" destId="{B58C8557-EA05-460E-9A66-AB07973D04FF}" srcOrd="0" destOrd="0" presId="urn:microsoft.com/office/officeart/2008/layout/PictureAccentList"/>
    <dgm:cxn modelId="{42502DE4-F603-4CB2-8519-4D5BC4E7CBBD}" type="presOf" srcId="{F478865E-9987-4286-9CF1-CD1D0E506405}" destId="{97EBDD20-959C-49F8-B5B2-AD7046CC746F}" srcOrd="0" destOrd="0" presId="urn:microsoft.com/office/officeart/2008/layout/PictureAccentList"/>
    <dgm:cxn modelId="{1D5B70D3-9FEF-40A7-80A0-8B7AA46D4625}" srcId="{61A156A8-767D-4E1D-A789-B80CAFD1DEFB}" destId="{5A42866A-58A8-455C-9C49-5A2B884E8908}" srcOrd="3" destOrd="0" parTransId="{10CD393B-4C21-4C28-A087-152D58A6FF48}" sibTransId="{CB84375F-9BD3-42D0-87CF-CDCA5618B2F4}"/>
    <dgm:cxn modelId="{ADF2D471-D1AF-4FF6-8F4E-134226EF306D}" type="presOf" srcId="{CAD5357E-1FE7-4DB6-A82F-798FE319AD27}" destId="{68A94EB4-49AB-4AA9-B888-67E8152D05DD}" srcOrd="0" destOrd="0" presId="urn:microsoft.com/office/officeart/2008/layout/PictureAccentList"/>
    <dgm:cxn modelId="{D4361834-1AC8-4DA1-859D-ED41BDE89200}" srcId="{61A156A8-767D-4E1D-A789-B80CAFD1DEFB}" destId="{1A9A5BD6-CD21-4AF3-B027-5F138901B86B}" srcOrd="0" destOrd="0" parTransId="{34E56604-14F0-44D1-A34B-C6F0A6ADE896}" sibTransId="{14444511-6E4C-4341-8A02-CE4CDEE8EC97}"/>
    <dgm:cxn modelId="{4A405A28-7D25-43BA-A348-57C1B33DD67B}" srcId="{61A156A8-767D-4E1D-A789-B80CAFD1DEFB}" destId="{F478865E-9987-4286-9CF1-CD1D0E506405}" srcOrd="1" destOrd="0" parTransId="{29543D29-4DF9-4BF8-80C2-6873D3F53757}" sibTransId="{F88C4F41-E404-48FA-B276-4B18684436DF}"/>
    <dgm:cxn modelId="{BC72C12E-C798-4F72-8249-05CA9A6DD0F9}" srcId="{61A156A8-767D-4E1D-A789-B80CAFD1DEFB}" destId="{D6276C6E-998E-43F8-9DE0-7549B92D189F}" srcOrd="2" destOrd="0" parTransId="{9EA50F1D-5F84-43FC-9F5E-2A77665B4639}" sibTransId="{18C56FA3-D5F1-4602-B900-F5255D76184B}"/>
    <dgm:cxn modelId="{5C6BC66A-E51C-4742-B6FC-AA2CE5C60129}" type="presOf" srcId="{D6276C6E-998E-43F8-9DE0-7549B92D189F}" destId="{5E98A474-335B-4F94-BFC2-8D19F46DD035}" srcOrd="0" destOrd="0" presId="urn:microsoft.com/office/officeart/2008/layout/PictureAccentList"/>
    <dgm:cxn modelId="{D9937AB0-30C2-41F1-AA3F-F22AF1C0E9FE}" type="presOf" srcId="{1A9A5BD6-CD21-4AF3-B027-5F138901B86B}" destId="{963431BF-CCF1-4B42-9ED7-2F6E2C122B95}" srcOrd="0" destOrd="0" presId="urn:microsoft.com/office/officeart/2008/layout/PictureAccentList"/>
    <dgm:cxn modelId="{09483124-99CD-4609-8D5A-2CCC881BC963}" type="presOf" srcId="{5A42866A-58A8-455C-9C49-5A2B884E8908}" destId="{42C46FDD-DDAB-4529-BF6D-7C9F0A8B62DC}" srcOrd="0" destOrd="0" presId="urn:microsoft.com/office/officeart/2008/layout/PictureAccentList"/>
    <dgm:cxn modelId="{2ABC5166-986A-432F-B7E4-AEF7A08D0E19}" srcId="{CAD5357E-1FE7-4DB6-A82F-798FE319AD27}" destId="{61A156A8-767D-4E1D-A789-B80CAFD1DEFB}" srcOrd="0" destOrd="0" parTransId="{6BD278A7-B5F5-4DE4-86C4-7FD67529BA61}" sibTransId="{72BD71E7-56B0-4646-ADAE-2CCB27CCCB29}"/>
    <dgm:cxn modelId="{D92521F2-E491-440F-A70B-97B24D25FDF3}" type="presParOf" srcId="{68A94EB4-49AB-4AA9-B888-67E8152D05DD}" destId="{9194B04B-4BA8-45FD-9632-E853C5D76FFD}" srcOrd="0" destOrd="0" presId="urn:microsoft.com/office/officeart/2008/layout/PictureAccentList"/>
    <dgm:cxn modelId="{E6F672FE-03A2-4A47-8137-58705B271DB0}" type="presParOf" srcId="{9194B04B-4BA8-45FD-9632-E853C5D76FFD}" destId="{FBD9D0B9-0622-40B7-9BFC-787F8545F4E3}" srcOrd="0" destOrd="0" presId="urn:microsoft.com/office/officeart/2008/layout/PictureAccentList"/>
    <dgm:cxn modelId="{8CD347D3-768E-4362-812E-5D4E504CDA5A}" type="presParOf" srcId="{FBD9D0B9-0622-40B7-9BFC-787F8545F4E3}" destId="{B58C8557-EA05-460E-9A66-AB07973D04FF}" srcOrd="0" destOrd="0" presId="urn:microsoft.com/office/officeart/2008/layout/PictureAccentList"/>
    <dgm:cxn modelId="{AB8EEA96-3DAF-4E51-B385-056C17339BF2}" type="presParOf" srcId="{9194B04B-4BA8-45FD-9632-E853C5D76FFD}" destId="{51A9A339-566E-46C9-915E-8A2097DE7A78}" srcOrd="1" destOrd="0" presId="urn:microsoft.com/office/officeart/2008/layout/PictureAccentList"/>
    <dgm:cxn modelId="{C0AF8FE7-B007-46C8-841C-E7A3DAC02EB4}" type="presParOf" srcId="{51A9A339-566E-46C9-915E-8A2097DE7A78}" destId="{5BE07058-0F50-4305-9DB0-87D7B7E14BDE}" srcOrd="0" destOrd="0" presId="urn:microsoft.com/office/officeart/2008/layout/PictureAccentList"/>
    <dgm:cxn modelId="{FECA5CAF-43A3-47DE-837C-B2E056F4FDBB}" type="presParOf" srcId="{5BE07058-0F50-4305-9DB0-87D7B7E14BDE}" destId="{9EE0EECA-7271-4743-8BD8-249F0F2FF77E}" srcOrd="0" destOrd="0" presId="urn:microsoft.com/office/officeart/2008/layout/PictureAccentList"/>
    <dgm:cxn modelId="{4328892C-EAD6-47B9-AC0A-9EC5A37F21CF}" type="presParOf" srcId="{5BE07058-0F50-4305-9DB0-87D7B7E14BDE}" destId="{963431BF-CCF1-4B42-9ED7-2F6E2C122B95}" srcOrd="1" destOrd="0" presId="urn:microsoft.com/office/officeart/2008/layout/PictureAccentList"/>
    <dgm:cxn modelId="{F8172AD0-3236-41C8-A9C3-2A77BC32D8EB}" type="presParOf" srcId="{51A9A339-566E-46C9-915E-8A2097DE7A78}" destId="{8371C913-A540-45A4-87BE-5AFC94E57887}" srcOrd="1" destOrd="0" presId="urn:microsoft.com/office/officeart/2008/layout/PictureAccentList"/>
    <dgm:cxn modelId="{A2ACCEE6-60AB-4DB7-B72E-201D9B1AC4C4}" type="presParOf" srcId="{8371C913-A540-45A4-87BE-5AFC94E57887}" destId="{8FEBDD45-AB78-4CF4-87A5-03B808B21A38}" srcOrd="0" destOrd="0" presId="urn:microsoft.com/office/officeart/2008/layout/PictureAccentList"/>
    <dgm:cxn modelId="{0DBCCDFA-5083-4F5A-8040-6AEC0259FFEE}" type="presParOf" srcId="{8371C913-A540-45A4-87BE-5AFC94E57887}" destId="{97EBDD20-959C-49F8-B5B2-AD7046CC746F}" srcOrd="1" destOrd="0" presId="urn:microsoft.com/office/officeart/2008/layout/PictureAccentList"/>
    <dgm:cxn modelId="{767DC57D-F4F2-4440-BFC8-6C1EC856C58F}" type="presParOf" srcId="{51A9A339-566E-46C9-915E-8A2097DE7A78}" destId="{8B06E039-FB86-4BCE-B710-6E3E6D477607}" srcOrd="2" destOrd="0" presId="urn:microsoft.com/office/officeart/2008/layout/PictureAccentList"/>
    <dgm:cxn modelId="{0B2FEBDE-C24F-430B-9748-FB886E30A4EC}" type="presParOf" srcId="{8B06E039-FB86-4BCE-B710-6E3E6D477607}" destId="{676A798D-97B9-4AA0-95A8-AE914127194E}" srcOrd="0" destOrd="0" presId="urn:microsoft.com/office/officeart/2008/layout/PictureAccentList"/>
    <dgm:cxn modelId="{99CE58C4-109F-4635-BD92-1C62CD159882}" type="presParOf" srcId="{8B06E039-FB86-4BCE-B710-6E3E6D477607}" destId="{5E98A474-335B-4F94-BFC2-8D19F46DD035}" srcOrd="1" destOrd="0" presId="urn:microsoft.com/office/officeart/2008/layout/PictureAccentList"/>
    <dgm:cxn modelId="{AA86C4E6-D4AF-4A51-968C-0B258681F546}" type="presParOf" srcId="{51A9A339-566E-46C9-915E-8A2097DE7A78}" destId="{1A9D705D-CB55-42E9-9773-DA997594362E}" srcOrd="3" destOrd="0" presId="urn:microsoft.com/office/officeart/2008/layout/PictureAccentList"/>
    <dgm:cxn modelId="{DE07F5F3-0938-4A9E-9442-A720B6721F1C}" type="presParOf" srcId="{1A9D705D-CB55-42E9-9773-DA997594362E}" destId="{7050EB7C-569F-4315-9F0C-F1A0F503C721}" srcOrd="0" destOrd="0" presId="urn:microsoft.com/office/officeart/2008/layout/PictureAccentList"/>
    <dgm:cxn modelId="{0B121DC3-7427-42A4-9A77-BF12FACFD743}" type="presParOf" srcId="{1A9D705D-CB55-42E9-9773-DA997594362E}" destId="{42C46FDD-DDAB-4529-BF6D-7C9F0A8B62DC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0133FB-4D36-4F4E-987D-B366640E73B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2D2D308F-C4DF-4E05-8DDB-140B9FF1B72E}">
      <dgm:prSet/>
      <dgm:spPr/>
      <dgm:t>
        <a:bodyPr/>
        <a:lstStyle/>
        <a:p>
          <a:r>
            <a:rPr lang="tr-TR" dirty="0" smtClean="0"/>
            <a:t>1. Uzak Depolama (Remote Hosting)
Bilgisayarınızda (yerel) bulunan Git projelerinizi internete taşımanızı sağlar. Bu sayede kodlarınız sadece kendi cihazınızda değil, GitHub sunucularında da güvenle saklanır.</a:t>
          </a:r>
          <a:endParaRPr lang="tr-TR" dirty="0"/>
        </a:p>
      </dgm:t>
    </dgm:pt>
    <dgm:pt modelId="{8263B78B-4A4C-4263-8770-57E10843A9C3}" type="parTrans" cxnId="{CBF82544-AB77-44ED-9C9B-2319FEB22398}">
      <dgm:prSet/>
      <dgm:spPr/>
      <dgm:t>
        <a:bodyPr/>
        <a:lstStyle/>
        <a:p>
          <a:endParaRPr lang="tr-TR"/>
        </a:p>
      </dgm:t>
    </dgm:pt>
    <dgm:pt modelId="{D4B101E2-7D33-4EC4-A906-EFB6B404A1C3}" type="sibTrans" cxnId="{CBF82544-AB77-44ED-9C9B-2319FEB22398}">
      <dgm:prSet/>
      <dgm:spPr/>
      <dgm:t>
        <a:bodyPr/>
        <a:lstStyle/>
        <a:p>
          <a:endParaRPr lang="tr-TR"/>
        </a:p>
      </dgm:t>
    </dgm:pt>
    <dgm:pt modelId="{1563DB2E-2EF9-42BA-AF38-76171EBAC62F}">
      <dgm:prSet/>
      <dgm:spPr/>
      <dgm:t>
        <a:bodyPr/>
        <a:lstStyle/>
        <a:p>
          <a:r>
            <a:rPr lang="tr-TR" dirty="0" smtClean="0"/>
            <a:t>2. İşbirliği ve Açık Kaynak
Dünyanın her yerinden yazılımcılar, açık kaynaklı projelere katkıda bulunabilir. "</a:t>
          </a:r>
          <a:r>
            <a:rPr lang="tr-TR" dirty="0" err="1" smtClean="0"/>
            <a:t>Pull</a:t>
          </a:r>
          <a:r>
            <a:rPr lang="tr-TR" dirty="0" smtClean="0"/>
            <a:t> </a:t>
          </a:r>
          <a:r>
            <a:rPr lang="tr-TR" dirty="0" err="1" smtClean="0"/>
            <a:t>Request</a:t>
          </a:r>
          <a:r>
            <a:rPr lang="tr-TR" dirty="0" smtClean="0"/>
            <a:t>" özelliği sayesinde bir projeye yaptığınız geliştirmeyi proje sahibine sunabilir ve onaylanırsa ana koda eklenmesini sağlayabilirsiniz.</a:t>
          </a:r>
          <a:endParaRPr lang="tr-TR" dirty="0"/>
        </a:p>
      </dgm:t>
    </dgm:pt>
    <dgm:pt modelId="{6067DC1A-4FA7-4A71-AE71-107367CB9F0E}" type="parTrans" cxnId="{BFA3C46B-5CA0-49E8-80EA-48BDB906EB7F}">
      <dgm:prSet/>
      <dgm:spPr/>
      <dgm:t>
        <a:bodyPr/>
        <a:lstStyle/>
        <a:p>
          <a:endParaRPr lang="tr-TR"/>
        </a:p>
      </dgm:t>
    </dgm:pt>
    <dgm:pt modelId="{14A91BA8-19A7-4BE7-A063-728BC4D7C944}" type="sibTrans" cxnId="{BFA3C46B-5CA0-49E8-80EA-48BDB906EB7F}">
      <dgm:prSet/>
      <dgm:spPr/>
      <dgm:t>
        <a:bodyPr/>
        <a:lstStyle/>
        <a:p>
          <a:endParaRPr lang="tr-TR"/>
        </a:p>
      </dgm:t>
    </dgm:pt>
    <dgm:pt modelId="{204A6A85-B3C7-43DA-89FA-374FF8476305}">
      <dgm:prSet/>
      <dgm:spPr/>
      <dgm:t>
        <a:bodyPr/>
        <a:lstStyle/>
        <a:p>
          <a:r>
            <a:rPr lang="tr-TR" dirty="0" smtClean="0"/>
            <a:t>3. </a:t>
          </a:r>
          <a:r>
            <a:rPr lang="tr-TR" dirty="0" err="1" smtClean="0"/>
            <a:t>Portfolyo</a:t>
          </a:r>
          <a:r>
            <a:rPr lang="tr-TR" dirty="0" smtClean="0"/>
            <a:t> Görevi
Yazılımcılar için </a:t>
          </a:r>
          <a:r>
            <a:rPr lang="tr-TR" dirty="0" err="1" smtClean="0"/>
            <a:t>GitHub</a:t>
          </a:r>
          <a:r>
            <a:rPr lang="tr-TR" dirty="0" smtClean="0"/>
            <a:t> bir nevi dijital özgeçmiş gibidir. Yaptığınız projeleri, yazdığınız kodların kalitesini ve katkıda bulunduğunuz diğer çalışmaları işverenlere göstermek için en etkili platformdur.</a:t>
          </a:r>
          <a:endParaRPr lang="tr-TR" dirty="0"/>
        </a:p>
      </dgm:t>
    </dgm:pt>
    <dgm:pt modelId="{CD9B2330-FA73-4546-B046-EAC5A4E9BCC1}" type="parTrans" cxnId="{E938ADD9-01EF-4F16-9889-0835F57646CE}">
      <dgm:prSet/>
      <dgm:spPr/>
      <dgm:t>
        <a:bodyPr/>
        <a:lstStyle/>
        <a:p>
          <a:endParaRPr lang="tr-TR"/>
        </a:p>
      </dgm:t>
    </dgm:pt>
    <dgm:pt modelId="{B62FBE6C-AAF8-464A-A36C-8A4B26B9E04E}" type="sibTrans" cxnId="{E938ADD9-01EF-4F16-9889-0835F57646CE}">
      <dgm:prSet/>
      <dgm:spPr/>
      <dgm:t>
        <a:bodyPr/>
        <a:lstStyle/>
        <a:p>
          <a:endParaRPr lang="tr-TR"/>
        </a:p>
      </dgm:t>
    </dgm:pt>
    <dgm:pt modelId="{57572D5A-7A01-429A-82E8-9CC13FFB2968}">
      <dgm:prSet/>
      <dgm:spPr/>
      <dgm:t>
        <a:bodyPr/>
        <a:lstStyle/>
        <a:p>
          <a:r>
            <a:rPr lang="tr-TR" dirty="0" smtClean="0"/>
            <a:t>4. Takip ve Yönetim Özellikleri
Sadece kod saklamakla kalmaz, aynı zamanda projelerin yönetimini kolaylaştıran araçlar sunar:
</a:t>
          </a:r>
          <a:endParaRPr lang="tr-TR" dirty="0"/>
        </a:p>
      </dgm:t>
    </dgm:pt>
    <dgm:pt modelId="{DD123AA3-BD53-4AD2-817A-BA995694E34D}" type="parTrans" cxnId="{02F72F7C-9A6F-4020-881C-CEB386F75B96}">
      <dgm:prSet/>
      <dgm:spPr/>
      <dgm:t>
        <a:bodyPr/>
        <a:lstStyle/>
        <a:p>
          <a:endParaRPr lang="tr-TR"/>
        </a:p>
      </dgm:t>
    </dgm:pt>
    <dgm:pt modelId="{17F1F333-E38C-47EF-9181-C97354F3E17E}" type="sibTrans" cxnId="{02F72F7C-9A6F-4020-881C-CEB386F75B96}">
      <dgm:prSet/>
      <dgm:spPr/>
      <dgm:t>
        <a:bodyPr/>
        <a:lstStyle/>
        <a:p>
          <a:endParaRPr lang="tr-TR"/>
        </a:p>
      </dgm:t>
    </dgm:pt>
    <dgm:pt modelId="{3E9AAAFB-5BA4-41D0-A2C5-F97C2A402CB3}" type="pres">
      <dgm:prSet presAssocID="{110133FB-4D36-4F4E-987D-B366640E73BE}" presName="Name0" presStyleCnt="0">
        <dgm:presLayoutVars>
          <dgm:chMax val="7"/>
          <dgm:chPref val="7"/>
          <dgm:dir/>
        </dgm:presLayoutVars>
      </dgm:prSet>
      <dgm:spPr/>
    </dgm:pt>
    <dgm:pt modelId="{3F575C73-4044-4BAC-B2BA-D6812555598F}" type="pres">
      <dgm:prSet presAssocID="{110133FB-4D36-4F4E-987D-B366640E73BE}" presName="Name1" presStyleCnt="0"/>
      <dgm:spPr/>
    </dgm:pt>
    <dgm:pt modelId="{FAC03E0C-0A85-4BCE-B3ED-0BA30264CD72}" type="pres">
      <dgm:prSet presAssocID="{110133FB-4D36-4F4E-987D-B366640E73BE}" presName="cycle" presStyleCnt="0"/>
      <dgm:spPr/>
    </dgm:pt>
    <dgm:pt modelId="{874F30FC-B79C-449B-AF34-AA271EDF7D7B}" type="pres">
      <dgm:prSet presAssocID="{110133FB-4D36-4F4E-987D-B366640E73BE}" presName="srcNode" presStyleLbl="node1" presStyleIdx="0" presStyleCnt="4"/>
      <dgm:spPr/>
    </dgm:pt>
    <dgm:pt modelId="{F768FE84-3EED-4D19-BFD5-48FA05B13419}" type="pres">
      <dgm:prSet presAssocID="{110133FB-4D36-4F4E-987D-B366640E73BE}" presName="conn" presStyleLbl="parChTrans1D2" presStyleIdx="0" presStyleCnt="1"/>
      <dgm:spPr/>
    </dgm:pt>
    <dgm:pt modelId="{C5A59FA4-C548-4A2C-84A0-7DA2202056B7}" type="pres">
      <dgm:prSet presAssocID="{110133FB-4D36-4F4E-987D-B366640E73BE}" presName="extraNode" presStyleLbl="node1" presStyleIdx="0" presStyleCnt="4"/>
      <dgm:spPr/>
    </dgm:pt>
    <dgm:pt modelId="{BFABF5CF-A3DB-45EE-8F16-09021436474E}" type="pres">
      <dgm:prSet presAssocID="{110133FB-4D36-4F4E-987D-B366640E73BE}" presName="dstNode" presStyleLbl="node1" presStyleIdx="0" presStyleCnt="4"/>
      <dgm:spPr/>
    </dgm:pt>
    <dgm:pt modelId="{0B04B5BB-3BD6-49C6-B11F-5C5D742758D7}" type="pres">
      <dgm:prSet presAssocID="{57572D5A-7A01-429A-82E8-9CC13FFB2968}" presName="text_1" presStyleLbl="node1" presStyleIdx="0" presStyleCnt="4" custScaleX="78690" custScaleY="106453" custLinFactY="200000" custLinFactNeighborX="1970" custLinFactNeighborY="251732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C74C859B-DC5B-41FE-A83A-BADAEAD67F56}" type="pres">
      <dgm:prSet presAssocID="{57572D5A-7A01-429A-82E8-9CC13FFB2968}" presName="accent_1" presStyleCnt="0"/>
      <dgm:spPr/>
    </dgm:pt>
    <dgm:pt modelId="{0A116BB0-A5C6-4937-9F25-401F5CADFEFD}" type="pres">
      <dgm:prSet presAssocID="{57572D5A-7A01-429A-82E8-9CC13FFB2968}" presName="accentRepeatNode" presStyleLbl="solidFgAcc1" presStyleIdx="0" presStyleCnt="4" custLinFactNeighborX="-1475" custLinFactNeighborY="-737"/>
      <dgm:spPr>
        <a:prstGeom prst="rightArrow">
          <a:avLst/>
        </a:prstGeom>
      </dgm:spPr>
    </dgm:pt>
    <dgm:pt modelId="{72DEAC9C-33B8-4C72-BD0E-D0DED6EEAE0A}" type="pres">
      <dgm:prSet presAssocID="{2D2D308F-C4DF-4E05-8DDB-140B9FF1B72E}" presName="text_2" presStyleLbl="node1" presStyleIdx="1" presStyleCnt="4" custScaleX="86483" custLinFactY="-50836" custLinFactNeighborX="-5277" custLinFactNeighborY="-100000">
        <dgm:presLayoutVars>
          <dgm:bulletEnabled val="1"/>
        </dgm:presLayoutVars>
      </dgm:prSet>
      <dgm:spPr/>
    </dgm:pt>
    <dgm:pt modelId="{DAEA68F6-A161-44BD-B4C2-0525CD1F8A8E}" type="pres">
      <dgm:prSet presAssocID="{2D2D308F-C4DF-4E05-8DDB-140B9FF1B72E}" presName="accent_2" presStyleCnt="0"/>
      <dgm:spPr/>
    </dgm:pt>
    <dgm:pt modelId="{49587C22-61E9-4656-A922-B2417F9DD362}" type="pres">
      <dgm:prSet presAssocID="{2D2D308F-C4DF-4E05-8DDB-140B9FF1B72E}" presName="accentRepeatNode" presStyleLbl="solidFgAcc1" presStyleIdx="1" presStyleCnt="4" custLinFactNeighborX="-48676" custLinFactNeighborY="0"/>
      <dgm:spPr>
        <a:prstGeom prst="rightArrow">
          <a:avLst/>
        </a:prstGeom>
      </dgm:spPr>
    </dgm:pt>
    <dgm:pt modelId="{529ABBC6-FA69-4637-8B04-3065C11A395D}" type="pres">
      <dgm:prSet presAssocID="{1563DB2E-2EF9-42BA-AF38-76171EBAC62F}" presName="text_3" presStyleLbl="node1" presStyleIdx="2" presStyleCnt="4" custScaleX="91181" custLinFactY="-56395" custLinFactNeighborX="-2519" custLinFactNeighborY="-100000">
        <dgm:presLayoutVars>
          <dgm:bulletEnabled val="1"/>
        </dgm:presLayoutVars>
      </dgm:prSet>
      <dgm:spPr/>
    </dgm:pt>
    <dgm:pt modelId="{3063E1E3-E75D-4E90-A721-F1B280CBADDF}" type="pres">
      <dgm:prSet presAssocID="{1563DB2E-2EF9-42BA-AF38-76171EBAC62F}" presName="accent_3" presStyleCnt="0"/>
      <dgm:spPr/>
    </dgm:pt>
    <dgm:pt modelId="{8C447350-68C4-4041-BA16-AB58A9B8E4F9}" type="pres">
      <dgm:prSet presAssocID="{1563DB2E-2EF9-42BA-AF38-76171EBAC62F}" presName="accentRepeatNode" presStyleLbl="solidFgAcc1" presStyleIdx="2" presStyleCnt="4" custLinFactNeighborX="-43513" custLinFactNeighborY="7375"/>
      <dgm:spPr>
        <a:prstGeom prst="rightArrow">
          <a:avLst/>
        </a:prstGeom>
      </dgm:spPr>
    </dgm:pt>
    <dgm:pt modelId="{742E12BE-39F1-474B-8ABA-F393CE6425C9}" type="pres">
      <dgm:prSet presAssocID="{204A6A85-B3C7-43DA-89FA-374FF8476305}" presName="text_4" presStyleLbl="node1" presStyleIdx="3" presStyleCnt="4" custScaleX="83563" custLinFactY="-46011" custLinFactNeighborX="4188" custLinFactNeighborY="-100000">
        <dgm:presLayoutVars>
          <dgm:bulletEnabled val="1"/>
        </dgm:presLayoutVars>
      </dgm:prSet>
      <dgm:spPr/>
    </dgm:pt>
    <dgm:pt modelId="{7C60C917-290A-4187-9174-65D33627EDCE}" type="pres">
      <dgm:prSet presAssocID="{204A6A85-B3C7-43DA-89FA-374FF8476305}" presName="accent_4" presStyleCnt="0"/>
      <dgm:spPr/>
    </dgm:pt>
    <dgm:pt modelId="{F6A2A80B-3A32-42D9-B67E-7E6F19868963}" type="pres">
      <dgm:prSet presAssocID="{204A6A85-B3C7-43DA-89FA-374FF8476305}" presName="accentRepeatNode" presStyleLbl="solidFgAcc1" presStyleIdx="3" presStyleCnt="4"/>
      <dgm:spPr>
        <a:prstGeom prst="rightArrow">
          <a:avLst/>
        </a:prstGeom>
      </dgm:spPr>
    </dgm:pt>
  </dgm:ptLst>
  <dgm:cxnLst>
    <dgm:cxn modelId="{CBF82544-AB77-44ED-9C9B-2319FEB22398}" srcId="{110133FB-4D36-4F4E-987D-B366640E73BE}" destId="{2D2D308F-C4DF-4E05-8DDB-140B9FF1B72E}" srcOrd="1" destOrd="0" parTransId="{8263B78B-4A4C-4263-8770-57E10843A9C3}" sibTransId="{D4B101E2-7D33-4EC4-A906-EFB6B404A1C3}"/>
    <dgm:cxn modelId="{02F72F7C-9A6F-4020-881C-CEB386F75B96}" srcId="{110133FB-4D36-4F4E-987D-B366640E73BE}" destId="{57572D5A-7A01-429A-82E8-9CC13FFB2968}" srcOrd="0" destOrd="0" parTransId="{DD123AA3-BD53-4AD2-817A-BA995694E34D}" sibTransId="{17F1F333-E38C-47EF-9181-C97354F3E17E}"/>
    <dgm:cxn modelId="{3BB21768-6B27-495A-ABE5-9F0D37F64CFC}" type="presOf" srcId="{57572D5A-7A01-429A-82E8-9CC13FFB2968}" destId="{0B04B5BB-3BD6-49C6-B11F-5C5D742758D7}" srcOrd="0" destOrd="0" presId="urn:microsoft.com/office/officeart/2008/layout/VerticalCurvedList"/>
    <dgm:cxn modelId="{BFA3C46B-5CA0-49E8-80EA-48BDB906EB7F}" srcId="{110133FB-4D36-4F4E-987D-B366640E73BE}" destId="{1563DB2E-2EF9-42BA-AF38-76171EBAC62F}" srcOrd="2" destOrd="0" parTransId="{6067DC1A-4FA7-4A71-AE71-107367CB9F0E}" sibTransId="{14A91BA8-19A7-4BE7-A063-728BC4D7C944}"/>
    <dgm:cxn modelId="{92D763CE-7F36-445E-84FF-3D9F1FB1D413}" type="presOf" srcId="{17F1F333-E38C-47EF-9181-C97354F3E17E}" destId="{F768FE84-3EED-4D19-BFD5-48FA05B13419}" srcOrd="0" destOrd="0" presId="urn:microsoft.com/office/officeart/2008/layout/VerticalCurvedList"/>
    <dgm:cxn modelId="{2F2ECAD6-2503-46A3-B1FC-3C90139B3608}" type="presOf" srcId="{1563DB2E-2EF9-42BA-AF38-76171EBAC62F}" destId="{529ABBC6-FA69-4637-8B04-3065C11A395D}" srcOrd="0" destOrd="0" presId="urn:microsoft.com/office/officeart/2008/layout/VerticalCurvedList"/>
    <dgm:cxn modelId="{E938ADD9-01EF-4F16-9889-0835F57646CE}" srcId="{110133FB-4D36-4F4E-987D-B366640E73BE}" destId="{204A6A85-B3C7-43DA-89FA-374FF8476305}" srcOrd="3" destOrd="0" parTransId="{CD9B2330-FA73-4546-B046-EAC5A4E9BCC1}" sibTransId="{B62FBE6C-AAF8-464A-A36C-8A4B26B9E04E}"/>
    <dgm:cxn modelId="{2C9C2AEC-C315-4E3E-8EA6-CA0EBC051B12}" type="presOf" srcId="{2D2D308F-C4DF-4E05-8DDB-140B9FF1B72E}" destId="{72DEAC9C-33B8-4C72-BD0E-D0DED6EEAE0A}" srcOrd="0" destOrd="0" presId="urn:microsoft.com/office/officeart/2008/layout/VerticalCurvedList"/>
    <dgm:cxn modelId="{7DF04D46-3B00-4282-92BD-2CEC07973194}" type="presOf" srcId="{110133FB-4D36-4F4E-987D-B366640E73BE}" destId="{3E9AAAFB-5BA4-41D0-A2C5-F97C2A402CB3}" srcOrd="0" destOrd="0" presId="urn:microsoft.com/office/officeart/2008/layout/VerticalCurvedList"/>
    <dgm:cxn modelId="{C9FD805B-8A3C-462A-8997-1CFF9053E227}" type="presOf" srcId="{204A6A85-B3C7-43DA-89FA-374FF8476305}" destId="{742E12BE-39F1-474B-8ABA-F393CE6425C9}" srcOrd="0" destOrd="0" presId="urn:microsoft.com/office/officeart/2008/layout/VerticalCurvedList"/>
    <dgm:cxn modelId="{FBD31403-B013-4402-B896-621D16257E34}" type="presParOf" srcId="{3E9AAAFB-5BA4-41D0-A2C5-F97C2A402CB3}" destId="{3F575C73-4044-4BAC-B2BA-D6812555598F}" srcOrd="0" destOrd="0" presId="urn:microsoft.com/office/officeart/2008/layout/VerticalCurvedList"/>
    <dgm:cxn modelId="{00069165-43A1-4CBE-8273-8D3B4F85A392}" type="presParOf" srcId="{3F575C73-4044-4BAC-B2BA-D6812555598F}" destId="{FAC03E0C-0A85-4BCE-B3ED-0BA30264CD72}" srcOrd="0" destOrd="0" presId="urn:microsoft.com/office/officeart/2008/layout/VerticalCurvedList"/>
    <dgm:cxn modelId="{837F2840-CA94-423E-BD07-9277E7BDAEC4}" type="presParOf" srcId="{FAC03E0C-0A85-4BCE-B3ED-0BA30264CD72}" destId="{874F30FC-B79C-449B-AF34-AA271EDF7D7B}" srcOrd="0" destOrd="0" presId="urn:microsoft.com/office/officeart/2008/layout/VerticalCurvedList"/>
    <dgm:cxn modelId="{49919888-F00B-4003-A880-46443B62AE6A}" type="presParOf" srcId="{FAC03E0C-0A85-4BCE-B3ED-0BA30264CD72}" destId="{F768FE84-3EED-4D19-BFD5-48FA05B13419}" srcOrd="1" destOrd="0" presId="urn:microsoft.com/office/officeart/2008/layout/VerticalCurvedList"/>
    <dgm:cxn modelId="{433A8CC1-236A-4D8F-9D35-EF26CD9EEEA2}" type="presParOf" srcId="{FAC03E0C-0A85-4BCE-B3ED-0BA30264CD72}" destId="{C5A59FA4-C548-4A2C-84A0-7DA2202056B7}" srcOrd="2" destOrd="0" presId="urn:microsoft.com/office/officeart/2008/layout/VerticalCurvedList"/>
    <dgm:cxn modelId="{50E54600-85E7-4487-A7E2-3082FEC879CE}" type="presParOf" srcId="{FAC03E0C-0A85-4BCE-B3ED-0BA30264CD72}" destId="{BFABF5CF-A3DB-45EE-8F16-09021436474E}" srcOrd="3" destOrd="0" presId="urn:microsoft.com/office/officeart/2008/layout/VerticalCurvedList"/>
    <dgm:cxn modelId="{FE9F60CA-5415-48F9-8E8A-F4A1AB5AAFD7}" type="presParOf" srcId="{3F575C73-4044-4BAC-B2BA-D6812555598F}" destId="{0B04B5BB-3BD6-49C6-B11F-5C5D742758D7}" srcOrd="1" destOrd="0" presId="urn:microsoft.com/office/officeart/2008/layout/VerticalCurvedList"/>
    <dgm:cxn modelId="{9A687443-B767-4E6B-8949-C5C6C27B52A6}" type="presParOf" srcId="{3F575C73-4044-4BAC-B2BA-D6812555598F}" destId="{C74C859B-DC5B-41FE-A83A-BADAEAD67F56}" srcOrd="2" destOrd="0" presId="urn:microsoft.com/office/officeart/2008/layout/VerticalCurvedList"/>
    <dgm:cxn modelId="{885A2BBA-915C-4787-BEB7-9376D3DD4E0A}" type="presParOf" srcId="{C74C859B-DC5B-41FE-A83A-BADAEAD67F56}" destId="{0A116BB0-A5C6-4937-9F25-401F5CADFEFD}" srcOrd="0" destOrd="0" presId="urn:microsoft.com/office/officeart/2008/layout/VerticalCurvedList"/>
    <dgm:cxn modelId="{70B37D25-4169-4B2C-ADA6-018D996D849D}" type="presParOf" srcId="{3F575C73-4044-4BAC-B2BA-D6812555598F}" destId="{72DEAC9C-33B8-4C72-BD0E-D0DED6EEAE0A}" srcOrd="3" destOrd="0" presId="urn:microsoft.com/office/officeart/2008/layout/VerticalCurvedList"/>
    <dgm:cxn modelId="{9746F522-7B96-48C5-B99D-23C1ED69F25B}" type="presParOf" srcId="{3F575C73-4044-4BAC-B2BA-D6812555598F}" destId="{DAEA68F6-A161-44BD-B4C2-0525CD1F8A8E}" srcOrd="4" destOrd="0" presId="urn:microsoft.com/office/officeart/2008/layout/VerticalCurvedList"/>
    <dgm:cxn modelId="{D142C65D-8632-47FD-B811-EF543ED69B4B}" type="presParOf" srcId="{DAEA68F6-A161-44BD-B4C2-0525CD1F8A8E}" destId="{49587C22-61E9-4656-A922-B2417F9DD362}" srcOrd="0" destOrd="0" presId="urn:microsoft.com/office/officeart/2008/layout/VerticalCurvedList"/>
    <dgm:cxn modelId="{2F6C628A-2F1D-4A80-97A0-AF88CB84B0AB}" type="presParOf" srcId="{3F575C73-4044-4BAC-B2BA-D6812555598F}" destId="{529ABBC6-FA69-4637-8B04-3065C11A395D}" srcOrd="5" destOrd="0" presId="urn:microsoft.com/office/officeart/2008/layout/VerticalCurvedList"/>
    <dgm:cxn modelId="{0090A8F6-CA35-4F83-9018-6B6F39911DC1}" type="presParOf" srcId="{3F575C73-4044-4BAC-B2BA-D6812555598F}" destId="{3063E1E3-E75D-4E90-A721-F1B280CBADDF}" srcOrd="6" destOrd="0" presId="urn:microsoft.com/office/officeart/2008/layout/VerticalCurvedList"/>
    <dgm:cxn modelId="{CD06CC96-9AFA-4BDE-BD32-48AECA4450B6}" type="presParOf" srcId="{3063E1E3-E75D-4E90-A721-F1B280CBADDF}" destId="{8C447350-68C4-4041-BA16-AB58A9B8E4F9}" srcOrd="0" destOrd="0" presId="urn:microsoft.com/office/officeart/2008/layout/VerticalCurvedList"/>
    <dgm:cxn modelId="{95EB9494-6718-4830-AEC4-E172343974BF}" type="presParOf" srcId="{3F575C73-4044-4BAC-B2BA-D6812555598F}" destId="{742E12BE-39F1-474B-8ABA-F393CE6425C9}" srcOrd="7" destOrd="0" presId="urn:microsoft.com/office/officeart/2008/layout/VerticalCurvedList"/>
    <dgm:cxn modelId="{4B7A4238-11E6-421E-9588-35D1526B9605}" type="presParOf" srcId="{3F575C73-4044-4BAC-B2BA-D6812555598F}" destId="{7C60C917-290A-4187-9174-65D33627EDCE}" srcOrd="8" destOrd="0" presId="urn:microsoft.com/office/officeart/2008/layout/VerticalCurvedList"/>
    <dgm:cxn modelId="{9A58C315-9126-4C2E-A8DF-7BE32955D91E}" type="presParOf" srcId="{7C60C917-290A-4187-9174-65D33627EDCE}" destId="{F6A2A80B-3A32-42D9-B67E-7E6F198689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FC417-6B47-4EE2-980B-5119016A0C08}">
      <dsp:nvSpPr>
        <dsp:cNvPr id="0" name=""/>
        <dsp:cNvSpPr/>
      </dsp:nvSpPr>
      <dsp:spPr>
        <a:xfrm>
          <a:off x="1425029" y="73251"/>
          <a:ext cx="3493847" cy="81030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/>
            <a:t> </a:t>
          </a:r>
          <a:r>
            <a:rPr lang="tr-TR" sz="3200" b="1" kern="1200" dirty="0" smtClean="0"/>
            <a:t>Git ,versiyon kontrol sistemidir</a:t>
          </a:r>
          <a:endParaRPr lang="tr-TR" sz="3200" kern="1200" dirty="0"/>
        </a:p>
      </dsp:txBody>
      <dsp:txXfrm>
        <a:off x="1425029" y="73251"/>
        <a:ext cx="3493847" cy="810306"/>
      </dsp:txXfrm>
    </dsp:sp>
    <dsp:sp modelId="{2309240A-FD1E-49EC-B388-7E95393C6EE4}">
      <dsp:nvSpPr>
        <dsp:cNvPr id="0" name=""/>
        <dsp:cNvSpPr/>
      </dsp:nvSpPr>
      <dsp:spPr>
        <a:xfrm>
          <a:off x="0" y="3825368"/>
          <a:ext cx="2626382" cy="4674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4. Güvenlik ve Yedekleme</a:t>
          </a:r>
          <a:endParaRPr lang="tr-TR" sz="1900" kern="1200" dirty="0"/>
        </a:p>
      </dsp:txBody>
      <dsp:txXfrm>
        <a:off x="0" y="3825368"/>
        <a:ext cx="2626382" cy="467425"/>
      </dsp:txXfrm>
    </dsp:sp>
    <dsp:sp modelId="{29FF5463-76AC-4EBB-B56E-6881462A850B}">
      <dsp:nvSpPr>
        <dsp:cNvPr id="0" name=""/>
        <dsp:cNvSpPr/>
      </dsp:nvSpPr>
      <dsp:spPr>
        <a:xfrm>
          <a:off x="0" y="2120543"/>
          <a:ext cx="2485163" cy="5244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2. Dallanma (</a:t>
          </a:r>
          <a:r>
            <a:rPr lang="tr-TR" sz="1900" kern="1200" dirty="0" err="1" smtClean="0"/>
            <a:t>Branching</a:t>
          </a:r>
          <a:r>
            <a:rPr lang="tr-TR" sz="1900" kern="1200" dirty="0" smtClean="0"/>
            <a:t>)</a:t>
          </a:r>
          <a:endParaRPr lang="tr-TR" sz="1900" kern="1200" dirty="0"/>
        </a:p>
      </dsp:txBody>
      <dsp:txXfrm>
        <a:off x="0" y="2120543"/>
        <a:ext cx="2485163" cy="524410"/>
      </dsp:txXfrm>
    </dsp:sp>
    <dsp:sp modelId="{9211F178-C56F-41C8-9317-51459AE8344C}">
      <dsp:nvSpPr>
        <dsp:cNvPr id="0" name=""/>
        <dsp:cNvSpPr/>
      </dsp:nvSpPr>
      <dsp:spPr>
        <a:xfrm>
          <a:off x="0" y="1139500"/>
          <a:ext cx="3121969" cy="6588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1. Değişiklikleri Takip Etme </a:t>
          </a:r>
          <a:endParaRPr lang="tr-TR" sz="1900" kern="1200" dirty="0"/>
        </a:p>
      </dsp:txBody>
      <dsp:txXfrm>
        <a:off x="0" y="1139500"/>
        <a:ext cx="3121969" cy="658873"/>
      </dsp:txXfrm>
    </dsp:sp>
    <dsp:sp modelId="{A3050ED2-A61D-4790-9417-535061F1B1D9}">
      <dsp:nvSpPr>
        <dsp:cNvPr id="0" name=""/>
        <dsp:cNvSpPr/>
      </dsp:nvSpPr>
      <dsp:spPr>
        <a:xfrm>
          <a:off x="0" y="2922527"/>
          <a:ext cx="2825784" cy="5797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900" kern="1200" dirty="0" smtClean="0"/>
            <a:t>3. Ekip Çalışması ve İşbirliği</a:t>
          </a:r>
          <a:endParaRPr lang="tr-TR" sz="1900" kern="1200" dirty="0"/>
        </a:p>
      </dsp:txBody>
      <dsp:txXfrm>
        <a:off x="0" y="2922527"/>
        <a:ext cx="2825784" cy="5797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C8557-EA05-460E-9A66-AB07973D04FF}">
      <dsp:nvSpPr>
        <dsp:cNvPr id="0" name=""/>
        <dsp:cNvSpPr/>
      </dsp:nvSpPr>
      <dsp:spPr>
        <a:xfrm>
          <a:off x="100026" y="1192739"/>
          <a:ext cx="5739346" cy="115029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400" kern="1200" dirty="0" smtClean="0"/>
            <a:t>Repository (Repo): Projenizin tüm dosyalarının ve geçmişinin tutulduğu klasördür.</a:t>
          </a:r>
          <a:endParaRPr lang="tr-TR" sz="2400" kern="1200" dirty="0"/>
        </a:p>
      </dsp:txBody>
      <dsp:txXfrm>
        <a:off x="133717" y="1226430"/>
        <a:ext cx="5671964" cy="1082909"/>
      </dsp:txXfrm>
    </dsp:sp>
    <dsp:sp modelId="{9EE0EECA-7271-4743-8BD8-249F0F2FF77E}">
      <dsp:nvSpPr>
        <dsp:cNvPr id="0" name=""/>
        <dsp:cNvSpPr/>
      </dsp:nvSpPr>
      <dsp:spPr>
        <a:xfrm flipH="1" flipV="1">
          <a:off x="4142377" y="2976180"/>
          <a:ext cx="408203" cy="518723"/>
        </a:xfrm>
        <a:prstGeom prst="upArrow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63431BF-CCF1-4B42-9ED7-2F6E2C122B95}">
      <dsp:nvSpPr>
        <dsp:cNvPr id="0" name=""/>
        <dsp:cNvSpPr/>
      </dsp:nvSpPr>
      <dsp:spPr>
        <a:xfrm>
          <a:off x="110564" y="0"/>
          <a:ext cx="4520038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600" kern="1200" dirty="0" smtClean="0"/>
            <a:t>Temel Git Kavramları</a:t>
          </a:r>
          <a:endParaRPr lang="tr-TR" sz="3600" kern="1200" dirty="0"/>
        </a:p>
      </dsp:txBody>
      <dsp:txXfrm>
        <a:off x="166727" y="56163"/>
        <a:ext cx="4407712" cy="1037965"/>
      </dsp:txXfrm>
    </dsp:sp>
    <dsp:sp modelId="{8FEBDD45-AB78-4CF4-87A5-03B808B21A38}">
      <dsp:nvSpPr>
        <dsp:cNvPr id="0" name=""/>
        <dsp:cNvSpPr/>
      </dsp:nvSpPr>
      <dsp:spPr>
        <a:xfrm>
          <a:off x="6802470" y="1495082"/>
          <a:ext cx="1150291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83200"/>
            <a:satOff val="-1334"/>
            <a:lumOff val="97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7EBDD20-959C-49F8-B5B2-AD7046CC746F}">
      <dsp:nvSpPr>
        <dsp:cNvPr id="0" name=""/>
        <dsp:cNvSpPr/>
      </dsp:nvSpPr>
      <dsp:spPr>
        <a:xfrm>
          <a:off x="86156" y="3855192"/>
          <a:ext cx="4520038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83200"/>
            <a:satOff val="-1334"/>
            <a:lumOff val="97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800" kern="1200" dirty="0" err="1" smtClean="0"/>
            <a:t>Push</a:t>
          </a:r>
          <a:r>
            <a:rPr lang="tr-TR" sz="1800" kern="1200" dirty="0" smtClean="0"/>
            <a:t>: Yerel bilgisayarınızdaki değişiklikleri uzak sunucuya (örneğin </a:t>
          </a:r>
          <a:r>
            <a:rPr lang="tr-TR" sz="1800" kern="1200" dirty="0" err="1" smtClean="0"/>
            <a:t>GitHub'a</a:t>
          </a:r>
          <a:r>
            <a:rPr lang="tr-TR" sz="1800" kern="1200" dirty="0" smtClean="0"/>
            <a:t>) göndermek.</a:t>
          </a:r>
          <a:endParaRPr lang="tr-TR" sz="1800" kern="1200" dirty="0"/>
        </a:p>
      </dsp:txBody>
      <dsp:txXfrm>
        <a:off x="142319" y="3911355"/>
        <a:ext cx="4407712" cy="1037965"/>
      </dsp:txXfrm>
    </dsp:sp>
    <dsp:sp modelId="{676A798D-97B9-4AA0-95A8-AE914127194E}">
      <dsp:nvSpPr>
        <dsp:cNvPr id="0" name=""/>
        <dsp:cNvSpPr/>
      </dsp:nvSpPr>
      <dsp:spPr>
        <a:xfrm>
          <a:off x="6802470" y="1759891"/>
          <a:ext cx="1150291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166400"/>
            <a:satOff val="-2667"/>
            <a:lumOff val="1955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E98A474-335B-4F94-BFC2-8D19F46DD035}">
      <dsp:nvSpPr>
        <dsp:cNvPr id="0" name=""/>
        <dsp:cNvSpPr/>
      </dsp:nvSpPr>
      <dsp:spPr>
        <a:xfrm>
          <a:off x="77749" y="2459038"/>
          <a:ext cx="4520038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166400"/>
            <a:satOff val="-2667"/>
            <a:lumOff val="1955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800" kern="1200" smtClean="0"/>
            <a:t>Commit: Yapılan değişikliklerin bir açıklama ile "kaydedilmesi" işlemidir (Anlık görüntü/Snapshot).</a:t>
          </a:r>
          <a:endParaRPr lang="tr-TR" sz="1800" kern="1200"/>
        </a:p>
      </dsp:txBody>
      <dsp:txXfrm>
        <a:off x="133912" y="2515201"/>
        <a:ext cx="4407712" cy="1037965"/>
      </dsp:txXfrm>
    </dsp:sp>
    <dsp:sp modelId="{7050EB7C-569F-4315-9F0C-F1A0F503C721}">
      <dsp:nvSpPr>
        <dsp:cNvPr id="0" name=""/>
        <dsp:cNvSpPr/>
      </dsp:nvSpPr>
      <dsp:spPr>
        <a:xfrm>
          <a:off x="6802470" y="4302552"/>
          <a:ext cx="1150291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249599"/>
            <a:satOff val="-4001"/>
            <a:lumOff val="29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C46FDD-DDAB-4529-BF6D-7C9F0A8B62DC}">
      <dsp:nvSpPr>
        <dsp:cNvPr id="0" name=""/>
        <dsp:cNvSpPr/>
      </dsp:nvSpPr>
      <dsp:spPr>
        <a:xfrm>
          <a:off x="102925" y="5124883"/>
          <a:ext cx="4520038" cy="1150291"/>
        </a:xfrm>
        <a:prstGeom prst="roundRect">
          <a:avLst>
            <a:gd name="adj" fmla="val 16670"/>
          </a:avLst>
        </a:prstGeom>
        <a:solidFill>
          <a:schemeClr val="accent1">
            <a:shade val="80000"/>
            <a:hueOff val="249599"/>
            <a:satOff val="-4001"/>
            <a:lumOff val="29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800" kern="1200" dirty="0" err="1" smtClean="0"/>
            <a:t>Pull</a:t>
          </a:r>
          <a:r>
            <a:rPr lang="tr-TR" sz="1800" kern="1200" dirty="0" smtClean="0"/>
            <a:t>: Uzak sunucudaki güncel değişiklikleri kendi bilgisayarınıza çekmek</a:t>
          </a:r>
          <a:endParaRPr lang="tr-TR" sz="1800" kern="1200" dirty="0"/>
        </a:p>
      </dsp:txBody>
      <dsp:txXfrm>
        <a:off x="159088" y="5181046"/>
        <a:ext cx="4407712" cy="10379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8FE84-3EED-4D19-BFD5-48FA05B13419}">
      <dsp:nvSpPr>
        <dsp:cNvPr id="0" name=""/>
        <dsp:cNvSpPr/>
      </dsp:nvSpPr>
      <dsp:spPr>
        <a:xfrm>
          <a:off x="-6586351" y="-1022807"/>
          <a:ext cx="7960777" cy="7960777"/>
        </a:xfrm>
        <a:prstGeom prst="blockArc">
          <a:avLst>
            <a:gd name="adj1" fmla="val 18900000"/>
            <a:gd name="adj2" fmla="val 2700000"/>
            <a:gd name="adj3" fmla="val 27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4B5BB-3BD6-49C6-B11F-5C5D742758D7}">
      <dsp:nvSpPr>
        <dsp:cNvPr id="0" name=""/>
        <dsp:cNvSpPr/>
      </dsp:nvSpPr>
      <dsp:spPr>
        <a:xfrm>
          <a:off x="1419953" y="4536106"/>
          <a:ext cx="4063705" cy="968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303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100" kern="1200" dirty="0" smtClean="0"/>
            <a:t>4. Takip ve Yönetim Özellikleri
Sadece kod saklamakla kalmaz, aynı zamanda projelerin yönetimini kolaylaştıran araçlar sunar:
</a:t>
          </a:r>
          <a:endParaRPr lang="tr-TR" sz="1100" kern="1200" dirty="0"/>
        </a:p>
      </dsp:txBody>
      <dsp:txXfrm>
        <a:off x="1419953" y="4536106"/>
        <a:ext cx="4063705" cy="968710"/>
      </dsp:txXfrm>
    </dsp:sp>
    <dsp:sp modelId="{0A116BB0-A5C6-4937-9F25-401F5CADFEFD}">
      <dsp:nvSpPr>
        <dsp:cNvPr id="0" name=""/>
        <dsp:cNvSpPr/>
      </dsp:nvSpPr>
      <dsp:spPr>
        <a:xfrm>
          <a:off x="182453" y="332625"/>
          <a:ext cx="1137485" cy="1137485"/>
        </a:xfrm>
        <a:prstGeom prst="rightArrow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EAC9C-33B8-4C72-BD0E-D0DED6EEAE0A}">
      <dsp:nvSpPr>
        <dsp:cNvPr id="0" name=""/>
        <dsp:cNvSpPr/>
      </dsp:nvSpPr>
      <dsp:spPr>
        <a:xfrm>
          <a:off x="1358469" y="447386"/>
          <a:ext cx="4014954" cy="90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303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100" kern="1200" dirty="0" smtClean="0"/>
            <a:t>1. Uzak Depolama (Remote Hosting)
Bilgisayarınızda (yerel) bulunan Git projelerinizi internete taşımanızı sağlar. Bu sayede kodlarınız sadece kendi cihazınızda değil, GitHub sunucularında da güvenle saklanır.</a:t>
          </a:r>
          <a:endParaRPr lang="tr-TR" sz="1100" kern="1200" dirty="0"/>
        </a:p>
      </dsp:txBody>
      <dsp:txXfrm>
        <a:off x="1358469" y="447386"/>
        <a:ext cx="4014954" cy="909988"/>
      </dsp:txXfrm>
    </dsp:sp>
    <dsp:sp modelId="{49587C22-61E9-4656-A922-B2417F9DD362}">
      <dsp:nvSpPr>
        <dsp:cNvPr id="0" name=""/>
        <dsp:cNvSpPr/>
      </dsp:nvSpPr>
      <dsp:spPr>
        <a:xfrm>
          <a:off x="167265" y="1706228"/>
          <a:ext cx="1137485" cy="1137485"/>
        </a:xfrm>
        <a:prstGeom prst="rightArrow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ABBC6-FA69-4637-8B04-3065C11A395D}">
      <dsp:nvSpPr>
        <dsp:cNvPr id="0" name=""/>
        <dsp:cNvSpPr/>
      </dsp:nvSpPr>
      <dsp:spPr>
        <a:xfrm>
          <a:off x="1377457" y="1762019"/>
          <a:ext cx="4233058" cy="90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303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100" kern="1200" dirty="0" smtClean="0"/>
            <a:t>2. İşbirliği ve Açık Kaynak
Dünyanın her yerinden yazılımcılar, açık kaynaklı projelere katkıda bulunabilir. "</a:t>
          </a:r>
          <a:r>
            <a:rPr lang="tr-TR" sz="1100" kern="1200" dirty="0" err="1" smtClean="0"/>
            <a:t>Pull</a:t>
          </a:r>
          <a:r>
            <a:rPr lang="tr-TR" sz="1100" kern="1200" dirty="0" smtClean="0"/>
            <a:t> </a:t>
          </a:r>
          <a:r>
            <a:rPr lang="tr-TR" sz="1100" kern="1200" dirty="0" err="1" smtClean="0"/>
            <a:t>Request</a:t>
          </a:r>
          <a:r>
            <a:rPr lang="tr-TR" sz="1100" kern="1200" dirty="0" smtClean="0"/>
            <a:t>" özelliği sayesinde bir projeye yaptığınız geliştirmeyi proje sahibine sunabilir ve onaylanırsa ana koda eklenmesini sağlayabilirsiniz.</a:t>
          </a:r>
          <a:endParaRPr lang="tr-TR" sz="1100" kern="1200" dirty="0"/>
        </a:p>
      </dsp:txBody>
      <dsp:txXfrm>
        <a:off x="1377457" y="1762019"/>
        <a:ext cx="4233058" cy="909988"/>
      </dsp:txXfrm>
    </dsp:sp>
    <dsp:sp modelId="{8C447350-68C4-4041-BA16-AB58A9B8E4F9}">
      <dsp:nvSpPr>
        <dsp:cNvPr id="0" name=""/>
        <dsp:cNvSpPr/>
      </dsp:nvSpPr>
      <dsp:spPr>
        <a:xfrm>
          <a:off x="225994" y="3155337"/>
          <a:ext cx="1137485" cy="1137485"/>
        </a:xfrm>
        <a:prstGeom prst="rightArrow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2E12BE-39F1-474B-8ABA-F393CE6425C9}">
      <dsp:nvSpPr>
        <dsp:cNvPr id="0" name=""/>
        <dsp:cNvSpPr/>
      </dsp:nvSpPr>
      <dsp:spPr>
        <a:xfrm>
          <a:off x="1408669" y="3221732"/>
          <a:ext cx="4315356" cy="90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303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100" kern="1200" dirty="0" smtClean="0"/>
            <a:t>3. </a:t>
          </a:r>
          <a:r>
            <a:rPr lang="tr-TR" sz="1100" kern="1200" dirty="0" err="1" smtClean="0"/>
            <a:t>Portfolyo</a:t>
          </a:r>
          <a:r>
            <a:rPr lang="tr-TR" sz="1100" kern="1200" dirty="0" smtClean="0"/>
            <a:t> Görevi
Yazılımcılar için </a:t>
          </a:r>
          <a:r>
            <a:rPr lang="tr-TR" sz="1100" kern="1200" dirty="0" err="1" smtClean="0"/>
            <a:t>GitHub</a:t>
          </a:r>
          <a:r>
            <a:rPr lang="tr-TR" sz="1100" kern="1200" dirty="0" smtClean="0"/>
            <a:t> bir nevi dijital özgeçmiş gibidir. Yaptığınız projeleri, yazdığınız kodların kalitesini ve katkıda bulunduğunuz diğer çalışmaları işverenlere göstermek için en etkili platformdur.</a:t>
          </a:r>
          <a:endParaRPr lang="tr-TR" sz="1100" kern="1200" dirty="0"/>
        </a:p>
      </dsp:txBody>
      <dsp:txXfrm>
        <a:off x="1408669" y="3221732"/>
        <a:ext cx="4315356" cy="909988"/>
      </dsp:txXfrm>
    </dsp:sp>
    <dsp:sp modelId="{F6A2A80B-3A32-42D9-B67E-7E6F19868963}">
      <dsp:nvSpPr>
        <dsp:cNvPr id="0" name=""/>
        <dsp:cNvSpPr/>
      </dsp:nvSpPr>
      <dsp:spPr>
        <a:xfrm>
          <a:off x="199231" y="4436667"/>
          <a:ext cx="1137485" cy="1137485"/>
        </a:xfrm>
        <a:prstGeom prst="rightArrow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614B320-35AB-46BD-A163-8B6E0F6A3AFD}" type="datetime1">
              <a:rPr lang="tr-TR" smtClean="0"/>
              <a:t>5.05.2026</a:t>
            </a:fld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A39FA-1A98-4DAB-B329-534FD8930711}" type="datetime1">
              <a:rPr lang="tr-TR" smtClean="0"/>
              <a:pPr/>
              <a:t>5.05.2026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dirty="0"/>
              <a:t>Asıl metin stillerini düzenle</a:t>
            </a:r>
          </a:p>
          <a:p>
            <a:pPr lvl="1" rtl="0"/>
            <a:r>
              <a:rPr lang="tr-TR" dirty="0"/>
              <a:t>İkinci düzey</a:t>
            </a:r>
          </a:p>
          <a:p>
            <a:pPr lvl="2" rtl="0"/>
            <a:r>
              <a:rPr lang="tr-TR" dirty="0"/>
              <a:t>Üçüncü düzey</a:t>
            </a:r>
          </a:p>
          <a:p>
            <a:pPr lvl="3" rtl="0"/>
            <a:r>
              <a:rPr lang="tr-TR" dirty="0"/>
              <a:t>Dördüncü düzey</a:t>
            </a:r>
          </a:p>
          <a:p>
            <a:pPr lvl="4" rtl="0"/>
            <a:r>
              <a:rPr lang="tr-TR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4794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478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68735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45340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5025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4208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1528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2370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0465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90500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  <p:sp>
        <p:nvSpPr>
          <p:cNvPr id="7" name="Alt Bilgi Yer Tutucusu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sim Yer Tutucusu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 Ekleme veya Sürükleyip Bırakma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36000" rIns="180000" bIns="180000" rtlCol="0" anchor="t"/>
          <a:lstStyle>
            <a:lvl1pPr algn="l">
              <a:lnSpc>
                <a:spcPts val="5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tr-TR" dirty="0"/>
              <a:t>Sunu başlığını düzenlemek için başlığa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dirty="0"/>
              <a:t>Asıl alt başlık stilini düzenlemek için tıklatın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yırıcı Slay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sim Yer Tutucusu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 Ekleme veya Sürükleyip Bırakma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16000" rIns="180000" bIns="180000" rtlCol="0" anchor="t"/>
          <a:lstStyle>
            <a:lvl1pPr algn="l">
              <a:lnSpc>
                <a:spcPts val="4500"/>
              </a:lnSpc>
              <a:defRPr sz="4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tr-TR" dirty="0"/>
              <a:t>Ayırıcıyı slayt başlığını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dirty="0"/>
              <a:t>Asıl alt başlık stilini düzenlemek için tıklatın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yırıcı Slay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sim Yer Tutucusu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 Ekleme veya Sürükleyip Bırakma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80000" rIns="180000" bIns="180000" rtlCol="0" anchor="t"/>
          <a:lstStyle>
            <a:lvl1pPr algn="l">
              <a:lnSpc>
                <a:spcPts val="4500"/>
              </a:lnSpc>
              <a:defRPr sz="4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tr-TR" dirty="0"/>
              <a:t>Ayırıcıyı slayt başlığını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dirty="0"/>
              <a:t>Asıl alt başlık stilini düzenlemek için tıklatın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çerik Fotoğrafı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sim Yer Tutucusu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ekleyin veya sürükleyip bırakın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10" name="Alt Başlık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çerik Fotoğrafı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 Ekleme veya Sürükleyip Bırakma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10" name="Alt Başlık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çerik Fotoğrafı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sim Yer Tutucusu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ekleyin veya sürükleyip bırakın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10" name="Alt Başlık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ekleyin veya sürükleyip bırakın</a:t>
            </a:r>
          </a:p>
        </p:txBody>
      </p:sp>
      <p:sp>
        <p:nvSpPr>
          <p:cNvPr id="9" name="Resim Yer Tutucusu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ekleyin veya sürükleyip bırakın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rbest Form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11" name="Serbest Form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13" name="Serbest Form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14" name="Serbest Form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15" name="Serbest Form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9" name="Alt Başlık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Karşılaştırma Sol Yer Tutucu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12" name="Karşılaştırma Sol Yer Tutucu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tr-TR" smtClean="0"/>
              <a:t>Asıl metin stillerini düzenle</a:t>
            </a:r>
          </a:p>
        </p:txBody>
      </p:sp>
      <p:sp>
        <p:nvSpPr>
          <p:cNvPr id="8" name="Metin Yer Tutucusu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üyük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sim Yer Tutucusu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ekleyin veya sürükleyip bırakın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tr-TR" dirty="0"/>
              <a:t>Resim yazınızı girin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şekkür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12" name="Resim Yer Tutucusu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 Ekleme veya Sürükleyip Bırakma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tr-TR" dirty="0"/>
              <a:t>Teşekkürler</a:t>
            </a:r>
          </a:p>
        </p:txBody>
      </p:sp>
      <p:sp>
        <p:nvSpPr>
          <p:cNvPr id="7" name="Metin Yer Tutucusu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Tam Ad</a:t>
            </a:r>
          </a:p>
        </p:txBody>
      </p:sp>
      <p:sp>
        <p:nvSpPr>
          <p:cNvPr id="8" name="Metin Yer Tutucusu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Telefon Numarası</a:t>
            </a:r>
          </a:p>
        </p:txBody>
      </p:sp>
      <p:sp>
        <p:nvSpPr>
          <p:cNvPr id="9" name="Metin Yer Tutucusu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E-posta veya Sosyal Medya Tanıtıcısı</a:t>
            </a:r>
          </a:p>
        </p:txBody>
      </p:sp>
      <p:sp>
        <p:nvSpPr>
          <p:cNvPr id="10" name="Metin Yer Tutucusu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Şirket Web Sitesi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6" name="Metin Yer Tutucusu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9" name="Alt Başlık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11" name="Metin Yer Tutucusu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10" name="Alt Başlık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r-TR" dirty="0"/>
              <a:t>Alt 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13" name="Metin Yer Tutucusu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15" name="Metin Yer Tutucusu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17" name="Metin Yer Tutucusu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tr-TR" smtClean="0"/>
              <a:t>Asıl metin stillerini düzenle</a:t>
            </a:r>
          </a:p>
          <a:p>
            <a:pPr lvl="1" rtl="0"/>
            <a:r>
              <a:rPr lang="tr-TR" smtClean="0"/>
              <a:t>İkinci düzey</a:t>
            </a:r>
          </a:p>
          <a:p>
            <a:pPr lvl="2" rtl="0"/>
            <a:r>
              <a:rPr lang="tr-TR" smtClean="0"/>
              <a:t>Üçüncü düzey</a:t>
            </a:r>
          </a:p>
          <a:p>
            <a:pPr lvl="3" rtl="0"/>
            <a:r>
              <a:rPr lang="tr-TR" smtClean="0"/>
              <a:t>Dördüncü düzey</a:t>
            </a:r>
          </a:p>
          <a:p>
            <a:pPr lvl="4" rtl="0"/>
            <a:r>
              <a:rPr lang="tr-TR" smtClean="0"/>
              <a:t>Beşinci düzey</a:t>
            </a:r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ilgi Yer Tutucusu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25" name="Dikdörtgen: Yuvarlatılmış Köşeler 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tr-TR" dirty="0"/>
              <a:t>Sayfa başlığını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tr-TR" dirty="0"/>
              <a:t>Asıl metin stillerini düzenle</a:t>
            </a:r>
          </a:p>
          <a:p>
            <a:pPr lvl="1" rtl="0"/>
            <a:r>
              <a:rPr lang="tr-TR" dirty="0"/>
              <a:t>İkinci düzey</a:t>
            </a:r>
          </a:p>
          <a:p>
            <a:pPr lvl="2" rtl="0"/>
            <a:r>
              <a:rPr lang="tr-TR" dirty="0"/>
              <a:t>Üçüncü düzey</a:t>
            </a:r>
          </a:p>
          <a:p>
            <a:pPr lvl="3" rtl="0"/>
            <a:r>
              <a:rPr lang="tr-TR" dirty="0"/>
              <a:t>Dördüncü düzey</a:t>
            </a:r>
          </a:p>
          <a:p>
            <a:pPr lvl="4" rtl="0"/>
            <a:r>
              <a:rPr lang="tr-TR" dirty="0"/>
              <a:t>Beşinci düzey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tr-TR" dirty="0"/>
              <a:t>Alt bilgi ekleme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etin Kutusu 24" descr="Başlık kutusuna slayt vurgusu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tr-TR" dirty="0"/>
          </a:p>
        </p:txBody>
      </p:sp>
      <p:pic>
        <p:nvPicPr>
          <p:cNvPr id="8" name="Resim Yer Tutucusu 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8" b="1728"/>
          <a:stretch>
            <a:fillRect/>
          </a:stretch>
        </p:blipFill>
        <p:spPr>
          <a:xfrm>
            <a:off x="1" y="0"/>
            <a:ext cx="12191999" cy="6858000"/>
          </a:xfrm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95378" cy="263668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tIns="180000" rtlCol="0"/>
          <a:lstStyle/>
          <a:p>
            <a:pPr rtl="0"/>
            <a:r>
              <a:rPr lang="tr-TR" sz="5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GİT</a:t>
            </a:r>
            <a:r>
              <a:rPr lang="tr-TR" dirty="0" smtClean="0">
                <a:latin typeface="Arial Rounded MT Bold" panose="020F0704030504030204" pitchFamily="34" charset="0"/>
              </a:rPr>
              <a:t/>
            </a:r>
            <a:br>
              <a:rPr lang="tr-TR" dirty="0" smtClean="0">
                <a:latin typeface="Arial Rounded MT Bold" panose="020F0704030504030204" pitchFamily="34" charset="0"/>
              </a:rPr>
            </a:br>
            <a:r>
              <a:rPr lang="tr-TR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GİTHUB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sz="1800" dirty="0" smtClean="0">
                <a:latin typeface="High Tower Text" panose="02040502050506030303" pitchFamily="18" charset="0"/>
              </a:rPr>
              <a:t>YAZILIM   DÜNYASININ    VAZGEÇİLMEZİ</a:t>
            </a:r>
            <a:endParaRPr lang="tr-TR" sz="1800" dirty="0">
              <a:latin typeface="High Tower Text" panose="02040502050506030303" pitchFamily="18" charset="0"/>
            </a:endParaRPr>
          </a:p>
        </p:txBody>
      </p:sp>
      <p:sp>
        <p:nvSpPr>
          <p:cNvPr id="4" name="Alt Başlık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7926" y="3735895"/>
            <a:ext cx="4000500" cy="690752"/>
          </a:xfrm>
        </p:spPr>
        <p:txBody>
          <a:bodyPr rtlCol="0"/>
          <a:lstStyle/>
          <a:p>
            <a:pPr rtl="0"/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20" name="İkizkenar Üçgen 19" descr="Başlık kutusuna slayt gögesi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 Başlık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007" y="273466"/>
            <a:ext cx="6058969" cy="982766"/>
          </a:xfrm>
        </p:spPr>
        <p:txBody>
          <a:bodyPr rtlCol="0"/>
          <a:lstStyle/>
          <a:p>
            <a:pPr rtl="0"/>
            <a:r>
              <a:rPr lang="tr-TR" sz="4800" dirty="0" smtClean="0">
                <a:solidFill>
                  <a:schemeClr val="tx1"/>
                </a:solidFill>
              </a:rPr>
              <a:t>GİT NEDİR NE İŞE YARAR</a:t>
            </a:r>
            <a:endParaRPr lang="tr-TR" sz="4800" dirty="0">
              <a:solidFill>
                <a:schemeClr val="tx1"/>
              </a:solidFill>
            </a:endParaRPr>
          </a:p>
        </p:txBody>
      </p:sp>
      <p:sp>
        <p:nvSpPr>
          <p:cNvPr id="15" name="Serbest Form 5" descr="Vurgu bloğu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2</a:t>
            </a:fld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74" y="628350"/>
            <a:ext cx="5463980" cy="5986095"/>
          </a:xfrm>
          <a:prstGeom prst="rect">
            <a:avLst/>
          </a:prstGeom>
        </p:spPr>
      </p:pic>
      <p:graphicFrame>
        <p:nvGraphicFramePr>
          <p:cNvPr id="9" name="Diyagram 8"/>
          <p:cNvGraphicFramePr/>
          <p:nvPr>
            <p:extLst>
              <p:ext uri="{D42A27DB-BD31-4B8C-83A1-F6EECF244321}">
                <p14:modId xmlns:p14="http://schemas.microsoft.com/office/powerpoint/2010/main" val="1685756063"/>
              </p:ext>
            </p:extLst>
          </p:nvPr>
        </p:nvGraphicFramePr>
        <p:xfrm>
          <a:off x="188008" y="769121"/>
          <a:ext cx="6491980" cy="5908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0" name="Diyagram 9"/>
          <p:cNvGraphicFramePr/>
          <p:nvPr>
            <p:extLst>
              <p:ext uri="{D42A27DB-BD31-4B8C-83A1-F6EECF244321}">
                <p14:modId xmlns:p14="http://schemas.microsoft.com/office/powerpoint/2010/main" val="815266266"/>
              </p:ext>
            </p:extLst>
          </p:nvPr>
        </p:nvGraphicFramePr>
        <p:xfrm>
          <a:off x="45554" y="1059680"/>
          <a:ext cx="6491979" cy="5677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rbest Form 5" descr="Boş vurgu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4" name="Alt Başlık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495300"/>
            <a:ext cx="9248775" cy="5286375"/>
          </a:xfrm>
        </p:spPr>
        <p:txBody>
          <a:bodyPr rtlCol="0"/>
          <a:lstStyle/>
          <a:p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3</a:t>
            </a:fld>
            <a:endParaRPr lang="tr-TR" dirty="0"/>
          </a:p>
        </p:txBody>
      </p:sp>
      <p:graphicFrame>
        <p:nvGraphicFramePr>
          <p:cNvPr id="2" name="Diyagram 1"/>
          <p:cNvGraphicFramePr/>
          <p:nvPr>
            <p:extLst>
              <p:ext uri="{D42A27DB-BD31-4B8C-83A1-F6EECF244321}">
                <p14:modId xmlns:p14="http://schemas.microsoft.com/office/powerpoint/2010/main" val="1724652464"/>
              </p:ext>
            </p:extLst>
          </p:nvPr>
        </p:nvGraphicFramePr>
        <p:xfrm>
          <a:off x="41458" y="202166"/>
          <a:ext cx="7952762" cy="6375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Resim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309" y="410226"/>
            <a:ext cx="4697835" cy="568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sz="3200" dirty="0" smtClean="0"/>
              <a:t>GİTHUB NEDİR?</a:t>
            </a:r>
            <a:endParaRPr lang="tr-TR" sz="32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556000"/>
            <a:ext cx="5472000" cy="3600000"/>
          </a:xfrm>
        </p:spPr>
        <p:txBody>
          <a:bodyPr rtlCol="0"/>
          <a:lstStyle/>
          <a:p>
            <a:pPr marL="0" indent="0">
              <a:buNone/>
            </a:pPr>
            <a:r>
              <a:rPr lang="tr-TR" sz="2800" dirty="0" err="1">
                <a:solidFill>
                  <a:schemeClr val="accent1">
                    <a:lumMod val="75000"/>
                  </a:schemeClr>
                </a:solidFill>
              </a:rPr>
              <a:t>GitHub</a:t>
            </a:r>
            <a:r>
              <a:rPr lang="tr-TR" sz="2800" dirty="0"/>
              <a:t>, Git versiyon kontrol sistemini kullanan projeler için bulut tabanlı bir depolama ve işbirliği platformudur. Git bir "araç" iken, </a:t>
            </a:r>
            <a:r>
              <a:rPr lang="tr-TR" sz="2800" dirty="0" err="1"/>
              <a:t>GitHub</a:t>
            </a:r>
            <a:r>
              <a:rPr lang="tr-TR" sz="2800" dirty="0"/>
              <a:t> bu aracı kullanan yazılımcıların kodlarını sakladığı, paylaştığı ve birlikte geliştirdiği bir "sosyal ağ" veya "merkez" görevi görür</a:t>
            </a:r>
            <a:endParaRPr lang="tr-TR" sz="2800" dirty="0"/>
          </a:p>
        </p:txBody>
      </p:sp>
      <p:sp>
        <p:nvSpPr>
          <p:cNvPr id="15" name="Serbest Form 5" descr="Boş resim vurgusu">
            <a:extLst>
              <a:ext uri="{FF2B5EF4-FFF2-40B4-BE49-F238E27FC236}">
                <a16:creationId xmlns:a16="http://schemas.microsoft.com/office/drawing/2014/main" id="{764DA446-807B-4C83-BB5A-59E3FABC93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16" name="Serbest Form 5" descr="Düz resim vurgusu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459030" y="2460298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4</a:t>
            </a:fld>
            <a:endParaRPr lang="tr-TR" dirty="0"/>
          </a:p>
        </p:txBody>
      </p:sp>
      <p:pic>
        <p:nvPicPr>
          <p:cNvPr id="10" name="Resim Yer Tutucusu 9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1" b="5811"/>
          <a:stretch>
            <a:fillRect/>
          </a:stretch>
        </p:blipFill>
        <p:spPr>
          <a:xfrm>
            <a:off x="6724430" y="1943474"/>
            <a:ext cx="4904790" cy="4333769"/>
          </a:xfrm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60050615"/>
              </p:ext>
            </p:extLst>
          </p:nvPr>
        </p:nvGraphicFramePr>
        <p:xfrm>
          <a:off x="92279" y="276838"/>
          <a:ext cx="5914238" cy="5915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6" name="Serbest Form 5" descr="Boş vurgu bloğu">
            <a:extLst>
              <a:ext uri="{FF2B5EF4-FFF2-40B4-BE49-F238E27FC236}">
                <a16:creationId xmlns:a16="http://schemas.microsoft.com/office/drawing/2014/main" id="{3EEE5409-3F6C-485D-B4C2-5247917F10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363366" y="497489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67" name="Serbest Form 5" descr="Düz vurgu bloğu">
            <a:extLst>
              <a:ext uri="{FF2B5EF4-FFF2-40B4-BE49-F238E27FC236}">
                <a16:creationId xmlns:a16="http://schemas.microsoft.com/office/drawing/2014/main" id="{0D74D4D5-6A4C-4248-8A92-B8CA1C918E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650080" y="4752199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5</a:t>
            </a:fld>
            <a:endParaRPr lang="tr-TR" dirty="0"/>
          </a:p>
        </p:txBody>
      </p:sp>
      <p:pic>
        <p:nvPicPr>
          <p:cNvPr id="14" name="Resim Yer Tutucusu 13"/>
          <p:cNvPicPr>
            <a:picLocks noGrp="1" noChangeAspect="1"/>
          </p:cNvPicPr>
          <p:nvPr>
            <p:ph type="pic" sz="quarter" idx="36"/>
          </p:nvPr>
        </p:nvPicPr>
        <p:blipFill>
          <a:blip r:embed="rId8"/>
          <a:srcRect l="23084" r="2308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0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sz="3200" b="1" dirty="0"/>
              <a:t>Bölüm 1: Organizasyon Yönetimi</a:t>
            </a:r>
            <a:br>
              <a:rPr lang="tr-TR" sz="3200" b="1" dirty="0"/>
            </a:br>
            <a:endParaRPr lang="tr-TR" sz="3200" dirty="0"/>
          </a:p>
        </p:txBody>
      </p:sp>
      <p:sp>
        <p:nvSpPr>
          <p:cNvPr id="29" name="İçerik Yer Tutucusu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556000"/>
            <a:ext cx="5472000" cy="3600000"/>
          </a:xfrm>
        </p:spPr>
        <p:txBody>
          <a:bodyPr rtlCol="0"/>
          <a:lstStyle/>
          <a:p>
            <a:pPr marL="0" indent="0" rtl="0">
              <a:buNone/>
            </a:pPr>
            <a:r>
              <a:rPr lang="tr-TR" dirty="0" smtClean="0"/>
              <a:t>. </a:t>
            </a:r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6</a:t>
            </a:fld>
            <a:endParaRPr lang="tr-TR" dirty="0"/>
          </a:p>
        </p:txBody>
      </p:sp>
      <p:sp>
        <p:nvSpPr>
          <p:cNvPr id="4" name="Metin kutusu 3"/>
          <p:cNvSpPr txBox="1"/>
          <p:nvPr/>
        </p:nvSpPr>
        <p:spPr>
          <a:xfrm>
            <a:off x="303160" y="936750"/>
            <a:ext cx="572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Organizasyon </a:t>
            </a:r>
            <a:r>
              <a:rPr lang="tr-TR" b="1" dirty="0"/>
              <a:t>Kurulumu:</a:t>
            </a:r>
            <a:r>
              <a:rPr lang="tr-TR" dirty="0"/>
              <a:t> </a:t>
            </a:r>
            <a:r>
              <a:rPr lang="tr-TR" dirty="0" err="1"/>
              <a:t>GitHub</a:t>
            </a:r>
            <a:r>
              <a:rPr lang="tr-TR" dirty="0"/>
              <a:t> ana sayfasında sağ üstteki "+" ikonuna basarak "New </a:t>
            </a:r>
            <a:r>
              <a:rPr lang="tr-TR" dirty="0" err="1"/>
              <a:t>organization</a:t>
            </a:r>
            <a:r>
              <a:rPr lang="tr-TR" dirty="0"/>
              <a:t>" seçeneğiyle kurulur. Şirketler veya topluluklar için merkezi bir alan sağlar.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Takım Mimarisi:</a:t>
            </a:r>
            <a:r>
              <a:rPr lang="tr-TR" dirty="0"/>
              <a:t> Bir organizasyon içinde "Yazılım" ve "Elektrik" gibi takımlar oluşturmak, yetki yönetimini kolaylaştırır. </a:t>
            </a:r>
            <a:endParaRPr lang="tr-T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Üye </a:t>
            </a:r>
            <a:r>
              <a:rPr lang="tr-TR" b="1" dirty="0"/>
              <a:t>Yönetimi:</a:t>
            </a:r>
            <a:r>
              <a:rPr lang="tr-TR" dirty="0"/>
              <a:t> Birini </a:t>
            </a:r>
            <a:r>
              <a:rPr lang="tr-TR" b="1" dirty="0"/>
              <a:t>takımdan çıkarmak</a:t>
            </a:r>
            <a:r>
              <a:rPr lang="tr-TR" dirty="0"/>
              <a:t>, sadece o özel grubun yetkilerini geri alır. </a:t>
            </a:r>
            <a:r>
              <a:rPr lang="tr-TR" b="1" dirty="0"/>
              <a:t>Organizasyondan atmak</a:t>
            </a:r>
            <a:r>
              <a:rPr lang="tr-TR" dirty="0"/>
              <a:t> ise kişinin tüm kurumsal kaynaklara erişimini tamamen keser.</a:t>
            </a: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548" y="3735360"/>
            <a:ext cx="3792513" cy="2942072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006" y="298552"/>
            <a:ext cx="5155538" cy="343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5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Bölüm 2: Temel Kavramlar (Sözlük)</a:t>
            </a:r>
          </a:p>
        </p:txBody>
      </p:sp>
      <p:sp>
        <p:nvSpPr>
          <p:cNvPr id="8" name="Slayt Numarası Yer Tutucusu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7</a:t>
            </a:fld>
            <a:endParaRPr lang="tr-TR" dirty="0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432000" y="1451087"/>
            <a:ext cx="631937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 (Depo):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Projenin tüm dosyalarının ve geçmişinin tutulduğu klasördür.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Fork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Clone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tr-TR" altLang="tr-T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Fork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Başkasının projesini kendi profilinize kopyalamaktır (Sunucu taraflı).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Clone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İnternetteki (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bir depoyu kendi bilgisayarınıza (lokale) indirmektir.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Şube (</a:t>
            </a:r>
            <a:r>
              <a:rPr kumimoji="0" lang="tr-TR" altLang="tr-T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Neden 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dalında çalışmak yasaktır? Çünkü 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Unicode MS"/>
              </a:rPr>
              <a:t>main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dalı projenin "canlı" ve hatasız çalışan kısmını temsil eder.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b="1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Bir "mühürleme" işlemidir. Değişikliklerin o anki halini kalıcı olarak tarihe not düşmektir. </a:t>
            </a:r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983" y="1317072"/>
            <a:ext cx="4820017" cy="378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15" y="230664"/>
            <a:ext cx="11328000" cy="432000"/>
          </a:xfrm>
        </p:spPr>
        <p:txBody>
          <a:bodyPr rtlCol="0"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Bölüm 3: </a:t>
            </a:r>
            <a:r>
              <a:rPr lang="tr-TR" altLang="tr-TR" b="1" dirty="0" err="1">
                <a:solidFill>
                  <a:schemeClr val="tx1"/>
                </a:solidFill>
                <a:latin typeface="Arial" panose="020B0604020202020204" pitchFamily="34" charset="0"/>
              </a:rPr>
              <a:t>Operasyonel</a:t>
            </a: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 Döngü (İş Akışı)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tr-TR" dirty="0" smtClean="0"/>
              <a:t>. </a:t>
            </a:r>
            <a:endParaRPr lang="tr-TR" dirty="0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8</a:t>
            </a:fld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3615" y="1003334"/>
            <a:ext cx="1082457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Fork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Projeyi kendi hesabına 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Clone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Kendi hesabındaki projeyi bilgisayarına indir.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Çalışma: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Yeni bir şube (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aç ve kodunu yaz.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Bilgisayarındaki değişiklikleri kendi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hesabındaki (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fork'lanmış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depoya gönder.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(PR):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"Ben bir özellik ekledim, lütfen ana projeye dahil edin" talebi oluştur.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Fork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 depoda başkaları değişiklik yaptıysa, 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pull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upstream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main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komutuyla kendi lokalini ve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fork'unu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güncel tut.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b="1" dirty="0"/>
              <a:t>Bölüm 4: Kriz Yönetimi</a:t>
            </a:r>
            <a:endParaRPr lang="tr-TR" b="1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008000"/>
            <a:ext cx="6648508" cy="360000"/>
          </a:xfrm>
        </p:spPr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r>
              <a:rPr lang="tr-TR" sz="2800" dirty="0" err="1" smtClean="0"/>
              <a:t>Conflict</a:t>
            </a:r>
            <a:r>
              <a:rPr lang="tr-TR" sz="2800" dirty="0" smtClean="0"/>
              <a:t> </a:t>
            </a:r>
            <a:r>
              <a:rPr lang="tr-TR" sz="2800" dirty="0"/>
              <a:t>(Çakışma): İki kişi aynı dosyanın aynı satırını farklı şekilde değiştirip birleştirmeye (</a:t>
            </a:r>
            <a:r>
              <a:rPr lang="tr-TR" sz="2800" dirty="0" err="1"/>
              <a:t>merge</a:t>
            </a:r>
            <a:r>
              <a:rPr lang="tr-TR" sz="2800" dirty="0"/>
              <a:t>) çalıştığında oluşur. Git hangisinin doğru olduğunu bilemez ve mühendisin manuel olarak "şu kod kalmalı" diye karar vermesini bekler.</a:t>
            </a:r>
          </a:p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9</a:t>
            </a:fld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113" y="3145872"/>
            <a:ext cx="6281870" cy="353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rbest Form 5" descr="Boş vurgu bloğu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tr-TR" dirty="0"/>
          </a:p>
        </p:txBody>
      </p:sp>
      <p:sp>
        <p:nvSpPr>
          <p:cNvPr id="17" name="Oval Belirtme Çizgisi 16"/>
          <p:cNvSpPr/>
          <p:nvPr/>
        </p:nvSpPr>
        <p:spPr>
          <a:xfrm>
            <a:off x="2986482" y="559685"/>
            <a:ext cx="6316910" cy="4580389"/>
          </a:xfrm>
          <a:prstGeom prst="wedgeEllipseCallou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/>
          <p:cNvSpPr txBox="1"/>
          <p:nvPr/>
        </p:nvSpPr>
        <p:spPr>
          <a:xfrm>
            <a:off x="3464654" y="1772243"/>
            <a:ext cx="58387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b="1" dirty="0" smtClean="0"/>
              <a:t>DİNLEDİĞİNİZ İÇİN TEŞEKKÜRLER…</a:t>
            </a:r>
            <a:endParaRPr lang="tr-TR" sz="5400" b="1" dirty="0"/>
          </a:p>
        </p:txBody>
      </p:sp>
      <p:sp>
        <p:nvSpPr>
          <p:cNvPr id="19" name="Yuvarlatılmış Dikdörtgen 18"/>
          <p:cNvSpPr/>
          <p:nvPr/>
        </p:nvSpPr>
        <p:spPr>
          <a:xfrm>
            <a:off x="9303392" y="4974672"/>
            <a:ext cx="2441195" cy="17532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9452296" y="5140074"/>
            <a:ext cx="2143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/>
              <a:t>AD:FEYZA NUR</a:t>
            </a:r>
          </a:p>
          <a:p>
            <a:r>
              <a:rPr lang="tr-TR" b="1" dirty="0" smtClean="0"/>
              <a:t>SOYAD:UÇAN</a:t>
            </a:r>
          </a:p>
          <a:p>
            <a:r>
              <a:rPr lang="tr-TR" b="1" dirty="0" smtClean="0"/>
              <a:t>BÖLÜM:BİLGİSAYAR BİLİMLERİ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888_TF16411253.potx" id="{511D9AAD-C3EC-42AC-9D79-5E6F17F99FEB}" vid="{4A8AA1C8-5E98-49C8-AA72-20266922A16B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8A50AA-654B-45CA-B6AD-FDA9E9535EF9}">
  <ds:schemaRefs>
    <ds:schemaRef ds:uri="http://schemas.openxmlformats.org/package/2006/metadata/core-properties"/>
    <ds:schemaRef ds:uri="6dc4bcd6-49db-4c07-9060-8acfc67cef9f"/>
    <ds:schemaRef ds:uri="http://purl.org/dc/terms/"/>
    <ds:schemaRef ds:uri="fb0879af-3eba-417a-a55a-ffe6dcd6ca77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Geometrik sunu</Template>
  <TotalTime>0</TotalTime>
  <Words>496</Words>
  <Application>Microsoft Office PowerPoint</Application>
  <PresentationFormat>Geniş ekran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9" baseType="lpstr">
      <vt:lpstr>Arial</vt:lpstr>
      <vt:lpstr>Arial Rounded MT Bold</vt:lpstr>
      <vt:lpstr>Arial Unicode MS</vt:lpstr>
      <vt:lpstr>Calibri</vt:lpstr>
      <vt:lpstr>Calibri Light</vt:lpstr>
      <vt:lpstr>Corbel</vt:lpstr>
      <vt:lpstr>High Tower Text</vt:lpstr>
      <vt:lpstr>Times New Roman</vt:lpstr>
      <vt:lpstr>Ofis Teması</vt:lpstr>
      <vt:lpstr>GİT GİTHUB YAZILIM   DÜNYASININ    VAZGEÇİLMEZİ</vt:lpstr>
      <vt:lpstr>PowerPoint Sunusu</vt:lpstr>
      <vt:lpstr>PowerPoint Sunusu</vt:lpstr>
      <vt:lpstr>GİTHUB NEDİR?</vt:lpstr>
      <vt:lpstr>PowerPoint Sunusu</vt:lpstr>
      <vt:lpstr>Bölüm 1: Organizasyon Yönetimi </vt:lpstr>
      <vt:lpstr>Bölüm 2: Temel Kavramlar (Sözlük)</vt:lpstr>
      <vt:lpstr>Bölüm 3: Operasyonel Döngü (İş Akışı)</vt:lpstr>
      <vt:lpstr>Bölüm 4: Kriz Yönetimi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2026-05-04T20:03:23Z</dcterms:created>
  <dcterms:modified xsi:type="dcterms:W3CDTF">2026-05-05T20:42:17Z</dcterms:modified>
</cp:coreProperties>
</file>