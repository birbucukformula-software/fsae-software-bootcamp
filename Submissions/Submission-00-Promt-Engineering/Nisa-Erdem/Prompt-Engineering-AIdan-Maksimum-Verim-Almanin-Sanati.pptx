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Petrona Bold" panose="020B0604020202020204" charset="-94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727"/>
    <a:srgbClr val="0C0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97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40892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Prompt Engineering: AI'dan Maksimum Verim Almanın Sanatı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314898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Yazılım geliştiriciler için pratik bir rehber — doğru soruyu sormak, doğru cevabı almaktan başlar.</a:t>
            </a:r>
            <a:endParaRPr lang="en-US" sz="1100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6ADCBE8-5B9E-165E-27F8-05A75CA0586B}"/>
              </a:ext>
            </a:extLst>
          </p:cNvPr>
          <p:cNvSpPr/>
          <p:nvPr/>
        </p:nvSpPr>
        <p:spPr>
          <a:xfrm>
            <a:off x="7669161" y="4579374"/>
            <a:ext cx="1474839" cy="564126"/>
          </a:xfrm>
          <a:prstGeom prst="rect">
            <a:avLst/>
          </a:prstGeom>
          <a:solidFill>
            <a:srgbClr val="0D0727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25810"/>
            <a:ext cx="4722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Prompt Engineering Nedir?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1331119"/>
            <a:ext cx="218844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modellerine (GPT, Claude, Gemini vb.)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doğru ve etkili talimatlar yazma disiplinidir.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Bir geliştirici olarak düşündüğünüzde, bu sizin AI ile kurduğunuz arayüzdür — yazılı, ama son derece güçlü.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47802" y="1490588"/>
            <a:ext cx="1975842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Engineering, yazılım geliştirmede yeni bir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"programlama dili"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olarak düşünülebilir — sözdizimi insan dilidir, derleyici ise AI modelidir.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035201" y="1363042"/>
            <a:ext cx="19050" cy="1615976"/>
          </a:xfrm>
          <a:prstGeom prst="roundRect">
            <a:avLst>
              <a:gd name="adj" fmla="val 60000"/>
            </a:avLst>
          </a:prstGeom>
          <a:solidFill>
            <a:srgbClr val="876CD4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97957"/>
            <a:ext cx="2290465" cy="13196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3127" y="3458766"/>
            <a:ext cx="18926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Kötü Prompt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33127" y="3776365"/>
            <a:ext cx="18926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Belirsiz, yüzeysel ve tekrar gerektiren çıktılar üretir.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8342" y="3297957"/>
            <a:ext cx="2290539" cy="13196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65351" y="3458766"/>
            <a:ext cx="18927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İyi Prompt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3165351" y="3776365"/>
            <a:ext cx="18927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Hedefli, kullanılabilir ve doğrudan üretime hazır sonuçlar verir.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0723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Neden Bu Kadar Önemli?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2080245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30%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725192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Kötü Promptla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96119" y="304279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model, zayıf bir promptla bu kalitede çıktı üretir.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2080245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90%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272433" y="2725192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İyi Promptla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272433" y="304279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 kurgulanmış bir promptla aynı modelden alınan çıktı kalitesi.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2080245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3×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048747" y="2725192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Daha Az İterasyon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48747" y="304279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 prompt ile geliştirme süreci belirgin biçimde hızlanır.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65588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 üretimi, hata ayıklama ve dokümantasyon — prompt kalitesi her aşamada kritik fark yaratır.</a:t>
            </a:r>
            <a:endParaRPr lang="en-US" sz="1100" dirty="0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F8F0EB78-3AF0-2756-E938-BA0B3FD9A279}"/>
              </a:ext>
            </a:extLst>
          </p:cNvPr>
          <p:cNvSpPr/>
          <p:nvPr/>
        </p:nvSpPr>
        <p:spPr>
          <a:xfrm>
            <a:off x="8059994" y="4866968"/>
            <a:ext cx="1045088" cy="226814"/>
          </a:xfrm>
          <a:prstGeom prst="rect">
            <a:avLst/>
          </a:prstGeom>
          <a:solidFill>
            <a:srgbClr val="0C0626"/>
          </a:solidFill>
          <a:ln>
            <a:solidFill>
              <a:srgbClr val="0C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5593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Etkili Bir Promptun Anatomisi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4273"/>
            <a:ext cx="4075881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033067"/>
            <a:ext cx="379236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Rol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7877" y="2350666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AI'ya bir kimlik ver.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"Sen deneyimli bir Python geliştiricisisin..."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24273"/>
            <a:ext cx="4075881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3759" y="2033067"/>
            <a:ext cx="379236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Bağlam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713759" y="2350666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Projenin amacını ve kısıtlarını net biçimde açıkla.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946053"/>
            <a:ext cx="4075881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7877" y="3654847"/>
            <a:ext cx="379236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Görev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37877" y="3972446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istediğini spesifik ve ölçülebilir şekilde belirt.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855517" y="3887391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EDD82E41-3298-703F-1D90-EFBF9AF3A2FB}"/>
              </a:ext>
            </a:extLst>
          </p:cNvPr>
          <p:cNvSpPr/>
          <p:nvPr/>
        </p:nvSpPr>
        <p:spPr>
          <a:xfrm>
            <a:off x="7949381" y="4785852"/>
            <a:ext cx="1194619" cy="357648"/>
          </a:xfrm>
          <a:prstGeom prst="rect">
            <a:avLst/>
          </a:prstGeom>
          <a:solidFill>
            <a:srgbClr val="0C0626"/>
          </a:solidFill>
          <a:ln>
            <a:solidFill>
              <a:srgbClr val="0D0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4979"/>
            <a:ext cx="4722763" cy="399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Temel Teknikler</a:t>
            </a:r>
            <a:endParaRPr lang="en-US" sz="2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81745"/>
            <a:ext cx="4722763" cy="897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89276" y="1316162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531296" y="1117848"/>
            <a:ext cx="398048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Zero-shot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31296" y="1380530"/>
            <a:ext cx="39804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 vermeden doğrudan soru sor. Basit, açık görevler için yeterlidir.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983656"/>
            <a:ext cx="4722763" cy="8972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89276" y="2318072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531296" y="2119759"/>
            <a:ext cx="398048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Few-shot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31296" y="2382441"/>
            <a:ext cx="39804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 örnek göstererek modeli istediğin yönde yönlendir. Tutarlı format için idealdir.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985567"/>
            <a:ext cx="4722763" cy="8972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89276" y="3319983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531296" y="3121670"/>
            <a:ext cx="398048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Chain-of-Thought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531296" y="3384352"/>
            <a:ext cx="39804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"Adım adım düşün" diyerek modelin mantık zinciri kurmasını sağla. Karmaşık problemler için güçlüdür.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987478"/>
            <a:ext cx="4722763" cy="73096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089276" y="4238774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4531296" y="4123581"/>
            <a:ext cx="398048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Role Prompting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531296" y="4386263"/>
            <a:ext cx="398048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Uzmanlık rolü atayarak çıktı kalitesini ve derinliğini artır.</a:t>
            </a:r>
            <a:endParaRPr lang="en-US" sz="950" dirty="0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8933C531-88B5-C0D6-9A38-84C15D934D89}"/>
              </a:ext>
            </a:extLst>
          </p:cNvPr>
          <p:cNvSpPr/>
          <p:nvPr/>
        </p:nvSpPr>
        <p:spPr>
          <a:xfrm>
            <a:off x="7964129" y="4866968"/>
            <a:ext cx="1179871" cy="276532"/>
          </a:xfrm>
          <a:prstGeom prst="rect">
            <a:avLst/>
          </a:prstGeom>
          <a:solidFill>
            <a:srgbClr val="0D0727"/>
          </a:solidFill>
          <a:ln>
            <a:solidFill>
              <a:srgbClr val="0C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37407"/>
            <a:ext cx="637356" cy="215354"/>
          </a:xfrm>
          <a:prstGeom prst="roundRect">
            <a:avLst>
              <a:gd name="adj" fmla="val 22119"/>
            </a:avLst>
          </a:prstGeom>
          <a:solidFill>
            <a:srgbClr val="1C11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1"/>
          <p:cNvSpPr/>
          <p:nvPr/>
        </p:nvSpPr>
        <p:spPr>
          <a:xfrm>
            <a:off x="4010174" y="1679897"/>
            <a:ext cx="92444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 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909465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Blender ile 3D Modelleme Asistanı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925119" y="305239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bir geliştirici senaryosu üzerinden prompt mühendisliğinin gücünü keşfedin.</a:t>
            </a:r>
            <a:endParaRPr lang="en-US" sz="1100" dirty="0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F82447D-1C2C-06E6-384E-B14D8C98DC35}"/>
              </a:ext>
            </a:extLst>
          </p:cNvPr>
          <p:cNvSpPr/>
          <p:nvPr/>
        </p:nvSpPr>
        <p:spPr>
          <a:xfrm>
            <a:off x="7949381" y="4778477"/>
            <a:ext cx="1194619" cy="309717"/>
          </a:xfrm>
          <a:prstGeom prst="rect">
            <a:avLst/>
          </a:prstGeom>
          <a:solidFill>
            <a:srgbClr val="0C0626"/>
          </a:solidFill>
          <a:ln>
            <a:solidFill>
              <a:srgbClr val="0D0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0630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Senaryo: Blender Python Script Üretimi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85931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geliştirici, Blender'da tekrarlayan 3D nesne yerleştirme işlemini otomatize etmek istiyor.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2245593"/>
            <a:ext cx="4107135" cy="1787203"/>
          </a:xfrm>
          <a:prstGeom prst="roundRect">
            <a:avLst>
              <a:gd name="adj" fmla="val 5711"/>
            </a:avLst>
          </a:prstGeom>
          <a:solidFill>
            <a:srgbClr val="876CD4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35781" y="2387352"/>
            <a:ext cx="3823618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Kötü Prompt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35781" y="2771180"/>
            <a:ext cx="3823618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"Blender için bir script yaz"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Sonuç: Hangi Blender versiyonu? Ne yapacak? Hangi API? Model tahmin eder, siz hayal kırıklığı yaşarsınız.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387352"/>
            <a:ext cx="3902943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İyi Prompt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49701" y="2771180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"Sen Blender Python API (bpy) konusunda uzman bir geliştiricisisin. Blender 4.0'da, sahnedeki seçili mesh nesnesini X ekseninde 10 birim aralıklarla 5 kez kopyalayan ve her kopyaya otomatik isim veren bir Python scripti yaz. Kodu açıklayan satır içi yorumlar ekle."</a:t>
            </a:r>
            <a:endParaRPr lang="en-US" sz="1100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F8052533-0667-4E9A-7E68-1B23D64CAB67}"/>
              </a:ext>
            </a:extLst>
          </p:cNvPr>
          <p:cNvSpPr/>
          <p:nvPr/>
        </p:nvSpPr>
        <p:spPr>
          <a:xfrm>
            <a:off x="7978877" y="4837471"/>
            <a:ext cx="1165123" cy="242069"/>
          </a:xfrm>
          <a:prstGeom prst="rect">
            <a:avLst/>
          </a:prstGeom>
          <a:solidFill>
            <a:srgbClr val="0D0727"/>
          </a:solidFill>
          <a:ln>
            <a:solidFill>
              <a:srgbClr val="0D0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4387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Blender Örneği: Neden İşe Yaradı?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3306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033067"/>
            <a:ext cx="345571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Rol Tanımı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027658" y="2350666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"bpy uzmanı" denmesi, modelin Blender'a özgü API kullanmasını sağladı — genel Python değil.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03306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2033067"/>
            <a:ext cx="345578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Versiyon Belirtildi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192092" y="2350666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Blender 4.0 referansı, eski ve deprecated fonksiyonların çıktıya girmesini engelledi.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87812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3087812"/>
            <a:ext cx="345571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Spesifik Görev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027658" y="3405411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Eksen, aralık ve kopya sayısı net verildi — model tahmin yapmak zorunda kalmadı.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87812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3087812"/>
            <a:ext cx="345578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Format İsteği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192092" y="3405411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Satır içi yorumlar talep edildi → doğrudan kullanılabilir, okunabilir, ekip dostu kod geldi.</a:t>
            </a:r>
            <a:endParaRPr lang="en-US" sz="1100" dirty="0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4AC6573-CB0D-F4F8-EFFC-57021B001558}"/>
              </a:ext>
            </a:extLst>
          </p:cNvPr>
          <p:cNvSpPr/>
          <p:nvPr/>
        </p:nvSpPr>
        <p:spPr>
          <a:xfrm>
            <a:off x="7993626" y="4830097"/>
            <a:ext cx="1098755" cy="232544"/>
          </a:xfrm>
          <a:prstGeom prst="rect">
            <a:avLst/>
          </a:prstGeom>
          <a:solidFill>
            <a:srgbClr val="0D0727"/>
          </a:solidFill>
          <a:ln>
            <a:solidFill>
              <a:srgbClr val="0D0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37407"/>
            <a:ext cx="660425" cy="215354"/>
          </a:xfrm>
          <a:prstGeom prst="roundRect">
            <a:avLst>
              <a:gd name="adj" fmla="val 22119"/>
            </a:avLst>
          </a:prstGeom>
          <a:solidFill>
            <a:srgbClr val="1C11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1"/>
          <p:cNvSpPr/>
          <p:nvPr/>
        </p:nvSpPr>
        <p:spPr>
          <a:xfrm>
            <a:off x="581174" y="1679897"/>
            <a:ext cx="94751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909465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Oyun Geliştirme — NPC Diyalog Sistemi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496119" y="305239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indie RPG'de dinamik, karar bazlı NPC diyalogları üretmek için prompt mühendisliği nasıl kullanılır?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0681"/>
            <a:ext cx="8151763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Senaryo: RPG Oyunu için Dinamik NPC Diyaloğu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96119" y="1303288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indie oyun geliştiricisi, oyuncunun kararlarına göre değişen NPC diyalogları üretmek istiyor.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95660" y="1679228"/>
            <a:ext cx="4106614" cy="1965499"/>
          </a:xfrm>
          <a:prstGeom prst="roundRect">
            <a:avLst>
              <a:gd name="adj" fmla="val 5112"/>
            </a:avLst>
          </a:prstGeom>
          <a:solidFill>
            <a:srgbClr val="876CD4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35186" y="1816596"/>
            <a:ext cx="3827562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Kötü 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5186" y="2192387"/>
            <a:ext cx="3827562" cy="78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"Bir köylü NPC için diyalog yaz"</a:t>
            </a:r>
            <a:endParaRPr lang="en-US" sz="10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Sonuç: Hangi tür? Hangi bağlam? Hangi format? Unity'e nasıl entegre edilecek? Her şey muğlak kalır.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6947" y="1816596"/>
            <a:ext cx="3905696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İyi Prompt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6947" y="2192387"/>
            <a:ext cx="3905696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"Sen bir RPG narrative tasarımcısısın. Unity C# ile entegre edilecek bir diyalog sistemi için </a:t>
            </a: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formatında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çıktı üret. NPC: yaşlı bir demirci. Oyuncu 'ejderha' kelimesini kullandıysa korkmuş, kullanmadıysa nötr tepki ver. Her durum için 3 farklı diyalog seçeneği yaz, her biri max 2 cümle olsun."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6119" y="3799210"/>
            <a:ext cx="8151763" cy="773534"/>
          </a:xfrm>
          <a:prstGeom prst="roundRect">
            <a:avLst>
              <a:gd name="adj" fmla="val 7577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45" y="3999086"/>
            <a:ext cx="174427" cy="1395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49598" y="3971404"/>
            <a:ext cx="75587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çıktı formatı talebi, sonucu doğrudan Unity'nin diyalog sistemine entegre edilebilir hale getirdi — sıfır manuel dönüşüm.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629</Words>
  <Application>Microsoft Office PowerPoint</Application>
  <PresentationFormat>Ekran Gösterisi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6" baseType="lpstr">
      <vt:lpstr>Petrona Bold</vt:lpstr>
      <vt:lpstr>Inter Bold</vt:lpstr>
      <vt:lpstr>Arial</vt:lpstr>
      <vt:lpstr>Twemoji Mozilla</vt:lpstr>
      <vt:lpstr>Inter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Nisa Erdem</cp:lastModifiedBy>
  <cp:revision>3</cp:revision>
  <dcterms:created xsi:type="dcterms:W3CDTF">2026-07-26T17:18:19Z</dcterms:created>
  <dcterms:modified xsi:type="dcterms:W3CDTF">2026-07-26T19:44:45Z</dcterms:modified>
</cp:coreProperties>
</file>